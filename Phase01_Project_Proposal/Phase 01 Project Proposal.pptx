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anrope Light"/>
      <p:regular r:id="rId17"/>
      <p:bold r:id="rId18"/>
    </p:embeddedFont>
    <p:embeddedFont>
      <p:font typeface="Anton"/>
      <p:regular r:id="rId19"/>
    </p:embeddedFont>
    <p:embeddedFont>
      <p:font typeface="Manrope SemiBold"/>
      <p:regular r:id="rId20"/>
      <p:bold r:id="rId21"/>
    </p:embeddedFont>
    <p:embeddedFont>
      <p:font typeface="Lato"/>
      <p:regular r:id="rId22"/>
      <p:bold r:id="rId23"/>
      <p:italic r:id="rId24"/>
      <p:boldItalic r:id="rId25"/>
    </p:embeddedFont>
    <p:embeddedFont>
      <p:font typeface="Manrope"/>
      <p:regular r:id="rId26"/>
      <p:bold r:id="rId27"/>
    </p:embeddedFont>
    <p:embeddedFont>
      <p:font typeface="Manrope ExtraBold"/>
      <p:bold r:id="rId28"/>
    </p:embeddedFont>
    <p:embeddedFont>
      <p:font typeface="Manrope Medium"/>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nropeSemiBold-regular.fntdata"/><Relationship Id="rId22" Type="http://schemas.openxmlformats.org/officeDocument/2006/relationships/font" Target="fonts/Lato-regular.fntdata"/><Relationship Id="rId21" Type="http://schemas.openxmlformats.org/officeDocument/2006/relationships/font" Target="fonts/ManropeSemiBold-bold.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anrope-regular.fntdata"/><Relationship Id="rId25" Type="http://schemas.openxmlformats.org/officeDocument/2006/relationships/font" Target="fonts/Lato-boldItalic.fntdata"/><Relationship Id="rId28" Type="http://schemas.openxmlformats.org/officeDocument/2006/relationships/font" Target="fonts/ManropeExtraBold-bold.fntdata"/><Relationship Id="rId27" Type="http://schemas.openxmlformats.org/officeDocument/2006/relationships/font" Target="fonts/Manrop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anropeMedium-regular.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ManropeMedium-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anropeLight-regular.fntdata"/><Relationship Id="rId16" Type="http://schemas.openxmlformats.org/officeDocument/2006/relationships/slide" Target="slides/slide11.xml"/><Relationship Id="rId19" Type="http://schemas.openxmlformats.org/officeDocument/2006/relationships/font" Target="fonts/Anton-regular.fntdata"/><Relationship Id="rId18" Type="http://schemas.openxmlformats.org/officeDocument/2006/relationships/font" Target="fonts/Manrope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bc148288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3bc148288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bc1482882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bc1482882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bc1482882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3bc1482882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bc1482882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3bc1482882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bc1482882a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bc1482882a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bc1482882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bc1482882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bc1482882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3bc1482882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bc1482882a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bc1482882a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bc1482882a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bc1482882a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bc1482882a_0_1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3bc1482882a_0_1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bc1482882a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3bc1482882a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p:cSld name="BLANK_1_1_1_1_1_1">
    <p:spTree>
      <p:nvGrpSpPr>
        <p:cNvPr id="8" name="Shape 8"/>
        <p:cNvGrpSpPr/>
        <p:nvPr/>
      </p:nvGrpSpPr>
      <p:grpSpPr>
        <a:xfrm>
          <a:off x="0" y="0"/>
          <a:ext cx="0" cy="0"/>
          <a:chOff x="0" y="0"/>
          <a:chExt cx="0" cy="0"/>
        </a:xfrm>
      </p:grpSpPr>
      <p:grpSp>
        <p:nvGrpSpPr>
          <p:cNvPr id="9" name="Google Shape;9;p2"/>
          <p:cNvGrpSpPr/>
          <p:nvPr/>
        </p:nvGrpSpPr>
        <p:grpSpPr>
          <a:xfrm>
            <a:off x="-23299" y="-8075"/>
            <a:ext cx="9190577" cy="5150040"/>
            <a:chOff x="11751" y="-6300"/>
            <a:chExt cx="9190577" cy="5150040"/>
          </a:xfrm>
        </p:grpSpPr>
        <p:grpSp>
          <p:nvGrpSpPr>
            <p:cNvPr id="10" name="Google Shape;10;p2"/>
            <p:cNvGrpSpPr/>
            <p:nvPr/>
          </p:nvGrpSpPr>
          <p:grpSpPr>
            <a:xfrm>
              <a:off x="11751" y="-6300"/>
              <a:ext cx="4777902" cy="2703033"/>
              <a:chOff x="11750" y="-6290"/>
              <a:chExt cx="9125100" cy="5162400"/>
            </a:xfrm>
          </p:grpSpPr>
          <p:cxnSp>
            <p:nvCxnSpPr>
              <p:cNvPr id="11" name="Google Shape;11;p2"/>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 name="Google Shape;12;p2"/>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 name="Google Shape;13;p2"/>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 name="Google Shape;14;p2"/>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 name="Google Shape;15;p2"/>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6" name="Google Shape;16;p2"/>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7" name="Google Shape;17;p2"/>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8" name="Google Shape;18;p2"/>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9" name="Google Shape;19;p2"/>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20" name="Google Shape;20;p2"/>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21" name="Google Shape;21;p2"/>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22" name="Google Shape;22;p2"/>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23" name="Google Shape;23;p2"/>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24" name="Google Shape;24;p2"/>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25" name="Google Shape;25;p2"/>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26" name="Google Shape;26;p2"/>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27" name="Google Shape;27;p2"/>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28" name="Google Shape;28;p2"/>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29" name="Google Shape;29;p2"/>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0" name="Google Shape;30;p2"/>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1" name="Google Shape;31;p2"/>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2" name="Google Shape;32;p2"/>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33" name="Google Shape;33;p2"/>
            <p:cNvGrpSpPr/>
            <p:nvPr/>
          </p:nvGrpSpPr>
          <p:grpSpPr>
            <a:xfrm>
              <a:off x="11751" y="2440707"/>
              <a:ext cx="4777902" cy="2703033"/>
              <a:chOff x="11750" y="-6290"/>
              <a:chExt cx="9125100" cy="5162400"/>
            </a:xfrm>
          </p:grpSpPr>
          <p:cxnSp>
            <p:nvCxnSpPr>
              <p:cNvPr id="34" name="Google Shape;34;p2"/>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 name="Google Shape;35;p2"/>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6" name="Google Shape;36;p2"/>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 name="Google Shape;37;p2"/>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 name="Google Shape;38;p2"/>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 name="Google Shape;39;p2"/>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 name="Google Shape;40;p2"/>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1" name="Google Shape;41;p2"/>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 name="Google Shape;42;p2"/>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3" name="Google Shape;43;p2"/>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4" name="Google Shape;44;p2"/>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5" name="Google Shape;45;p2"/>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6" name="Google Shape;46;p2"/>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7" name="Google Shape;47;p2"/>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8" name="Google Shape;48;p2"/>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9" name="Google Shape;49;p2"/>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0" name="Google Shape;50;p2"/>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1" name="Google Shape;51;p2"/>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2" name="Google Shape;52;p2"/>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 name="Google Shape;53;p2"/>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4" name="Google Shape;54;p2"/>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 name="Google Shape;55;p2"/>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56" name="Google Shape;56;p2"/>
            <p:cNvGrpSpPr/>
            <p:nvPr/>
          </p:nvGrpSpPr>
          <p:grpSpPr>
            <a:xfrm>
              <a:off x="4424426" y="-6300"/>
              <a:ext cx="4777902" cy="2703033"/>
              <a:chOff x="11750" y="-6290"/>
              <a:chExt cx="9125100" cy="5162400"/>
            </a:xfrm>
          </p:grpSpPr>
          <p:cxnSp>
            <p:nvCxnSpPr>
              <p:cNvPr id="57" name="Google Shape;57;p2"/>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 name="Google Shape;58;p2"/>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 name="Google Shape;59;p2"/>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0" name="Google Shape;60;p2"/>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 name="Google Shape;61;p2"/>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2" name="Google Shape;62;p2"/>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3" name="Google Shape;63;p2"/>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4" name="Google Shape;64;p2"/>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5" name="Google Shape;65;p2"/>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6" name="Google Shape;66;p2"/>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7" name="Google Shape;67;p2"/>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8" name="Google Shape;68;p2"/>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9" name="Google Shape;69;p2"/>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0" name="Google Shape;70;p2"/>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1" name="Google Shape;71;p2"/>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2" name="Google Shape;72;p2"/>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3" name="Google Shape;73;p2"/>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4" name="Google Shape;74;p2"/>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5" name="Google Shape;75;p2"/>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6" name="Google Shape;76;p2"/>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7" name="Google Shape;77;p2"/>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8" name="Google Shape;78;p2"/>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79" name="Google Shape;79;p2"/>
            <p:cNvGrpSpPr/>
            <p:nvPr/>
          </p:nvGrpSpPr>
          <p:grpSpPr>
            <a:xfrm>
              <a:off x="4424426" y="2440707"/>
              <a:ext cx="4777902" cy="2703033"/>
              <a:chOff x="11750" y="-6290"/>
              <a:chExt cx="9125100" cy="5162400"/>
            </a:xfrm>
          </p:grpSpPr>
          <p:cxnSp>
            <p:nvCxnSpPr>
              <p:cNvPr id="80" name="Google Shape;80;p2"/>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1" name="Google Shape;81;p2"/>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2" name="Google Shape;82;p2"/>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3" name="Google Shape;83;p2"/>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4" name="Google Shape;84;p2"/>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5" name="Google Shape;85;p2"/>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6" name="Google Shape;86;p2"/>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7" name="Google Shape;87;p2"/>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8" name="Google Shape;88;p2"/>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9" name="Google Shape;89;p2"/>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0" name="Google Shape;90;p2"/>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1" name="Google Shape;91;p2"/>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2" name="Google Shape;92;p2"/>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3" name="Google Shape;93;p2"/>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4" name="Google Shape;94;p2"/>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5" name="Google Shape;95;p2"/>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 name="Google Shape;96;p2"/>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7" name="Google Shape;97;p2"/>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8" name="Google Shape;98;p2"/>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 name="Google Shape;99;p2"/>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0" name="Google Shape;100;p2"/>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 name="Google Shape;101;p2"/>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102" name="Google Shape;102;p2"/>
          <p:cNvSpPr txBox="1"/>
          <p:nvPr>
            <p:ph type="title"/>
          </p:nvPr>
        </p:nvSpPr>
        <p:spPr>
          <a:xfrm>
            <a:off x="1081850" y="1719900"/>
            <a:ext cx="6984900" cy="1694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Font typeface="Anton"/>
              <a:buNone/>
              <a:defRPr sz="6000"/>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p:txBody>
      </p:sp>
      <p:sp>
        <p:nvSpPr>
          <p:cNvPr id="103" name="Google Shape;103;p2"/>
          <p:cNvSpPr txBox="1"/>
          <p:nvPr>
            <p:ph idx="2" type="title"/>
          </p:nvPr>
        </p:nvSpPr>
        <p:spPr>
          <a:xfrm rot="-54379">
            <a:off x="5015453" y="3227438"/>
            <a:ext cx="1517290" cy="301238"/>
          </a:xfrm>
          <a:prstGeom prst="rect">
            <a:avLst/>
          </a:prstGeom>
          <a:solidFill>
            <a:schemeClr val="accent3"/>
          </a:solidFill>
        </p:spPr>
        <p:txBody>
          <a:bodyPr anchorCtr="0" anchor="ctr" bIns="91425" lIns="91425" spcFirstLastPara="1" rIns="91425" wrap="square" tIns="91425">
            <a:spAutoFit/>
          </a:bodyPr>
          <a:lstStyle>
            <a:lvl1pPr lvl="0" algn="ctr">
              <a:spcBef>
                <a:spcPts val="0"/>
              </a:spcBef>
              <a:spcAft>
                <a:spcPts val="0"/>
              </a:spcAft>
              <a:buSzPts val="1000"/>
              <a:buFont typeface="Manrope ExtraBold"/>
              <a:buNone/>
              <a:defRPr b="0" sz="100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p:txBody>
      </p:sp>
      <p:sp>
        <p:nvSpPr>
          <p:cNvPr id="104" name="Google Shape;104;p2"/>
          <p:cNvSpPr txBox="1"/>
          <p:nvPr>
            <p:ph idx="1" type="body"/>
          </p:nvPr>
        </p:nvSpPr>
        <p:spPr>
          <a:xfrm>
            <a:off x="2422100" y="4170725"/>
            <a:ext cx="4304400" cy="438300"/>
          </a:xfrm>
          <a:prstGeom prst="rect">
            <a:avLst/>
          </a:prstGeom>
        </p:spPr>
        <p:txBody>
          <a:bodyPr anchorCtr="0" anchor="ctr" bIns="91425" lIns="91425" spcFirstLastPara="1" rIns="91425" wrap="square" tIns="91425">
            <a:noAutofit/>
          </a:bodyPr>
          <a:lstStyle>
            <a:lvl1pPr indent="-292100" lvl="0" marL="457200" algn="ctr">
              <a:spcBef>
                <a:spcPts val="0"/>
              </a:spcBef>
              <a:spcAft>
                <a:spcPts val="0"/>
              </a:spcAft>
              <a:buSzPts val="1000"/>
              <a:buFont typeface="Manrope Light"/>
              <a:buChar char="●"/>
              <a:defRPr sz="1000">
                <a:latin typeface="Manrope Light"/>
                <a:ea typeface="Manrope Light"/>
                <a:cs typeface="Manrope Light"/>
                <a:sym typeface="Manrope Light"/>
              </a:defRPr>
            </a:lvl1pPr>
            <a:lvl2pPr indent="-292100" lvl="1" marL="914400" algn="ctr">
              <a:spcBef>
                <a:spcPts val="800"/>
              </a:spcBef>
              <a:spcAft>
                <a:spcPts val="0"/>
              </a:spcAft>
              <a:buSzPts val="1000"/>
              <a:buFont typeface="Manrope Light"/>
              <a:buChar char="○"/>
              <a:defRPr sz="1000">
                <a:latin typeface="Manrope Light"/>
                <a:ea typeface="Manrope Light"/>
                <a:cs typeface="Manrope Light"/>
                <a:sym typeface="Manrope Light"/>
              </a:defRPr>
            </a:lvl2pPr>
            <a:lvl3pPr indent="-292100" lvl="2" marL="1371600" algn="ctr">
              <a:spcBef>
                <a:spcPts val="800"/>
              </a:spcBef>
              <a:spcAft>
                <a:spcPts val="0"/>
              </a:spcAft>
              <a:buSzPts val="1000"/>
              <a:buFont typeface="Manrope Light"/>
              <a:buChar char="■"/>
              <a:defRPr sz="1000">
                <a:latin typeface="Manrope Light"/>
                <a:ea typeface="Manrope Light"/>
                <a:cs typeface="Manrope Light"/>
                <a:sym typeface="Manrope Light"/>
              </a:defRPr>
            </a:lvl3pPr>
            <a:lvl4pPr indent="-292100" lvl="3" marL="1828800" algn="ctr">
              <a:spcBef>
                <a:spcPts val="800"/>
              </a:spcBef>
              <a:spcAft>
                <a:spcPts val="0"/>
              </a:spcAft>
              <a:buSzPts val="1000"/>
              <a:buFont typeface="Manrope Light"/>
              <a:buChar char="●"/>
              <a:defRPr sz="1000">
                <a:latin typeface="Manrope Light"/>
                <a:ea typeface="Manrope Light"/>
                <a:cs typeface="Manrope Light"/>
                <a:sym typeface="Manrope Light"/>
              </a:defRPr>
            </a:lvl4pPr>
            <a:lvl5pPr indent="-292100" lvl="4" marL="2286000" algn="ctr">
              <a:spcBef>
                <a:spcPts val="800"/>
              </a:spcBef>
              <a:spcAft>
                <a:spcPts val="0"/>
              </a:spcAft>
              <a:buSzPts val="1000"/>
              <a:buFont typeface="Manrope Light"/>
              <a:buChar char="○"/>
              <a:defRPr sz="1000">
                <a:latin typeface="Manrope Light"/>
                <a:ea typeface="Manrope Light"/>
                <a:cs typeface="Manrope Light"/>
                <a:sym typeface="Manrope Light"/>
              </a:defRPr>
            </a:lvl5pPr>
            <a:lvl6pPr indent="-292100" lvl="5" marL="2743200" algn="ctr">
              <a:spcBef>
                <a:spcPts val="800"/>
              </a:spcBef>
              <a:spcAft>
                <a:spcPts val="0"/>
              </a:spcAft>
              <a:buSzPts val="1000"/>
              <a:buFont typeface="Manrope Light"/>
              <a:buChar char="■"/>
              <a:defRPr sz="1000">
                <a:latin typeface="Manrope Light"/>
                <a:ea typeface="Manrope Light"/>
                <a:cs typeface="Manrope Light"/>
                <a:sym typeface="Manrope Light"/>
              </a:defRPr>
            </a:lvl6pPr>
            <a:lvl7pPr indent="-292100" lvl="6" marL="3200400" algn="ctr">
              <a:spcBef>
                <a:spcPts val="800"/>
              </a:spcBef>
              <a:spcAft>
                <a:spcPts val="0"/>
              </a:spcAft>
              <a:buSzPts val="1000"/>
              <a:buFont typeface="Manrope Light"/>
              <a:buChar char="●"/>
              <a:defRPr sz="1000">
                <a:latin typeface="Manrope Light"/>
                <a:ea typeface="Manrope Light"/>
                <a:cs typeface="Manrope Light"/>
                <a:sym typeface="Manrope Light"/>
              </a:defRPr>
            </a:lvl7pPr>
            <a:lvl8pPr indent="-292100" lvl="7" marL="3657600" algn="ctr">
              <a:spcBef>
                <a:spcPts val="800"/>
              </a:spcBef>
              <a:spcAft>
                <a:spcPts val="0"/>
              </a:spcAft>
              <a:buSzPts val="1000"/>
              <a:buFont typeface="Manrope Light"/>
              <a:buChar char="○"/>
              <a:defRPr sz="1000">
                <a:latin typeface="Manrope Light"/>
                <a:ea typeface="Manrope Light"/>
                <a:cs typeface="Manrope Light"/>
                <a:sym typeface="Manrope Light"/>
              </a:defRPr>
            </a:lvl8pPr>
            <a:lvl9pPr indent="-292100" lvl="8" marL="4114800" algn="ctr">
              <a:spcBef>
                <a:spcPts val="800"/>
              </a:spcBef>
              <a:spcAft>
                <a:spcPts val="800"/>
              </a:spcAft>
              <a:buSzPts val="1000"/>
              <a:buFont typeface="Manrope Light"/>
              <a:buChar char="■"/>
              <a:defRPr sz="1000">
                <a:latin typeface="Manrope Light"/>
                <a:ea typeface="Manrope Light"/>
                <a:cs typeface="Manrope Light"/>
                <a:sym typeface="Manrope Light"/>
              </a:defRPr>
            </a:lvl9pPr>
          </a:lstStyle>
          <a:p/>
        </p:txBody>
      </p:sp>
      <p:sp>
        <p:nvSpPr>
          <p:cNvPr id="105" name="Google Shape;105;p2"/>
          <p:cNvSpPr txBox="1"/>
          <p:nvPr>
            <p:ph idx="3" type="title"/>
          </p:nvPr>
        </p:nvSpPr>
        <p:spPr>
          <a:xfrm rot="-555761">
            <a:off x="6594632" y="3130269"/>
            <a:ext cx="1047458" cy="301246"/>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1000"/>
              <a:buFont typeface="Manrope ExtraBold"/>
              <a:buNone/>
              <a:defRPr b="0" sz="100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p:txBody>
      </p:sp>
      <p:sp>
        <p:nvSpPr>
          <p:cNvPr id="106" name="Google Shape;106;p2"/>
          <p:cNvSpPr txBox="1"/>
          <p:nvPr>
            <p:ph idx="4" type="subTitle"/>
          </p:nvPr>
        </p:nvSpPr>
        <p:spPr>
          <a:xfrm rot="-503039">
            <a:off x="2206578" y="1204399"/>
            <a:ext cx="2211838" cy="438184"/>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1300"/>
              <a:buFont typeface="Manrope"/>
              <a:buNone/>
              <a:defRPr b="1" sz="1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1">
    <p:bg>
      <p:bgPr>
        <a:solidFill>
          <a:schemeClr val="lt1"/>
        </a:solidFill>
      </p:bgPr>
    </p:bg>
    <p:spTree>
      <p:nvGrpSpPr>
        <p:cNvPr id="107" name="Shape 107"/>
        <p:cNvGrpSpPr/>
        <p:nvPr/>
      </p:nvGrpSpPr>
      <p:grpSpPr>
        <a:xfrm>
          <a:off x="0" y="0"/>
          <a:ext cx="0" cy="0"/>
          <a:chOff x="0" y="0"/>
          <a:chExt cx="0" cy="0"/>
        </a:xfrm>
      </p:grpSpPr>
      <p:sp>
        <p:nvSpPr>
          <p:cNvPr id="108" name="Google Shape;108;p3"/>
          <p:cNvSpPr/>
          <p:nvPr/>
        </p:nvSpPr>
        <p:spPr>
          <a:xfrm>
            <a:off x="0" y="0"/>
            <a:ext cx="9161700" cy="5143500"/>
          </a:xfrm>
          <a:prstGeom prst="snip1Rect">
            <a:avLst>
              <a:gd fmla="val 24161"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9" name="Google Shape;109;p3"/>
          <p:cNvSpPr txBox="1"/>
          <p:nvPr>
            <p:ph type="title"/>
          </p:nvPr>
        </p:nvSpPr>
        <p:spPr>
          <a:xfrm>
            <a:off x="460500" y="2025700"/>
            <a:ext cx="4703100" cy="1821300"/>
          </a:xfrm>
          <a:prstGeom prst="rect">
            <a:avLst/>
          </a:prstGeom>
        </p:spPr>
        <p:txBody>
          <a:bodyPr anchorCtr="0" anchor="b" bIns="0" lIns="91425" spcFirstLastPara="1" rIns="91425" wrap="square" tIns="91425">
            <a:noAutofit/>
          </a:bodyPr>
          <a:lstStyle>
            <a:lvl1pPr lvl="0">
              <a:spcBef>
                <a:spcPts val="0"/>
              </a:spcBef>
              <a:spcAft>
                <a:spcPts val="0"/>
              </a:spcAft>
              <a:buSzPts val="9600"/>
              <a:buNone/>
              <a:defRPr b="0"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3"/>
          <p:cNvSpPr txBox="1"/>
          <p:nvPr>
            <p:ph idx="1" type="body"/>
          </p:nvPr>
        </p:nvSpPr>
        <p:spPr>
          <a:xfrm>
            <a:off x="460500" y="4085525"/>
            <a:ext cx="3501600" cy="598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11" name="Google Shape;111;p3"/>
          <p:cNvSpPr/>
          <p:nvPr/>
        </p:nvSpPr>
        <p:spPr>
          <a:xfrm>
            <a:off x="7735575" y="-10150"/>
            <a:ext cx="1428750" cy="1320800"/>
          </a:xfrm>
          <a:custGeom>
            <a:rect b="b" l="l" r="r" t="t"/>
            <a:pathLst>
              <a:path extrusionOk="0" h="52832" w="57150">
                <a:moveTo>
                  <a:pt x="4572" y="0"/>
                </a:moveTo>
                <a:lnTo>
                  <a:pt x="0" y="51308"/>
                </a:lnTo>
                <a:lnTo>
                  <a:pt x="57150" y="52832"/>
                </a:lnTo>
                <a:lnTo>
                  <a:pt x="57150" y="47752"/>
                </a:lnTo>
                <a:lnTo>
                  <a:pt x="9144" y="0"/>
                </a:lnTo>
                <a:close/>
              </a:path>
            </a:pathLst>
          </a:custGeom>
          <a:solidFill>
            <a:schemeClr val="dk1"/>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spTree>
      <p:nvGrpSpPr>
        <p:cNvPr id="112" name="Shape 112"/>
        <p:cNvGrpSpPr/>
        <p:nvPr/>
      </p:nvGrpSpPr>
      <p:grpSpPr>
        <a:xfrm>
          <a:off x="0" y="0"/>
          <a:ext cx="0" cy="0"/>
          <a:chOff x="0" y="0"/>
          <a:chExt cx="0" cy="0"/>
        </a:xfrm>
      </p:grpSpPr>
      <p:sp>
        <p:nvSpPr>
          <p:cNvPr id="113" name="Google Shape;113;p4"/>
          <p:cNvSpPr txBox="1"/>
          <p:nvPr>
            <p:ph idx="1" type="body"/>
          </p:nvPr>
        </p:nvSpPr>
        <p:spPr>
          <a:xfrm>
            <a:off x="925650" y="1204025"/>
            <a:ext cx="4028700" cy="3671400"/>
          </a:xfrm>
          <a:prstGeom prst="rect">
            <a:avLst/>
          </a:prstGeom>
        </p:spPr>
        <p:txBody>
          <a:bodyPr anchorCtr="0" anchor="t" bIns="91425" lIns="91425" spcFirstLastPara="1" rIns="91425" wrap="square" tIns="91425">
            <a:normAutofit/>
          </a:bodyPr>
          <a:lstStyle>
            <a:lvl1pPr indent="-323850" lvl="0" marL="4572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1pPr>
            <a:lvl2pPr indent="-323850" lvl="1" marL="9144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2pPr>
            <a:lvl3pPr indent="-323850" lvl="2" marL="13716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3pPr>
            <a:lvl4pPr indent="-323850" lvl="3" marL="18288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4pPr>
            <a:lvl5pPr indent="-323850" lvl="4" marL="22860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5pPr>
            <a:lvl6pPr indent="-323850" lvl="5" marL="27432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6pPr>
            <a:lvl7pPr indent="-323850" lvl="6" marL="32004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7pPr>
            <a:lvl8pPr indent="-323850" lvl="7" marL="36576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8pPr>
            <a:lvl9pPr indent="-323850" lvl="8" marL="41148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9pPr>
          </a:lstStyle>
          <a:p/>
        </p:txBody>
      </p:sp>
      <p:grpSp>
        <p:nvGrpSpPr>
          <p:cNvPr id="114" name="Google Shape;114;p4"/>
          <p:cNvGrpSpPr/>
          <p:nvPr/>
        </p:nvGrpSpPr>
        <p:grpSpPr>
          <a:xfrm>
            <a:off x="-6750" y="576950"/>
            <a:ext cx="9144146" cy="4114800"/>
            <a:chOff x="-6750" y="576950"/>
            <a:chExt cx="9144146" cy="4114800"/>
          </a:xfrm>
        </p:grpSpPr>
        <p:cxnSp>
          <p:nvCxnSpPr>
            <p:cNvPr id="115" name="Google Shape;115;p4"/>
            <p:cNvCxnSpPr/>
            <p:nvPr/>
          </p:nvCxnSpPr>
          <p:spPr>
            <a:xfrm>
              <a:off x="-6750" y="5769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16" name="Google Shape;116;p4"/>
            <p:cNvCxnSpPr/>
            <p:nvPr/>
          </p:nvCxnSpPr>
          <p:spPr>
            <a:xfrm>
              <a:off x="-4" y="10913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17" name="Google Shape;117;p4"/>
            <p:cNvCxnSpPr/>
            <p:nvPr/>
          </p:nvCxnSpPr>
          <p:spPr>
            <a:xfrm>
              <a:off x="-4" y="16056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18" name="Google Shape;118;p4"/>
            <p:cNvCxnSpPr/>
            <p:nvPr/>
          </p:nvCxnSpPr>
          <p:spPr>
            <a:xfrm>
              <a:off x="-4" y="21200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19" name="Google Shape;119;p4"/>
            <p:cNvCxnSpPr/>
            <p:nvPr/>
          </p:nvCxnSpPr>
          <p:spPr>
            <a:xfrm>
              <a:off x="-4" y="26343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20" name="Google Shape;120;p4"/>
            <p:cNvCxnSpPr/>
            <p:nvPr/>
          </p:nvCxnSpPr>
          <p:spPr>
            <a:xfrm>
              <a:off x="-4" y="31487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21" name="Google Shape;121;p4"/>
            <p:cNvCxnSpPr/>
            <p:nvPr/>
          </p:nvCxnSpPr>
          <p:spPr>
            <a:xfrm>
              <a:off x="-4" y="36630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22" name="Google Shape;122;p4"/>
            <p:cNvCxnSpPr/>
            <p:nvPr/>
          </p:nvCxnSpPr>
          <p:spPr>
            <a:xfrm>
              <a:off x="-4" y="41774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23" name="Google Shape;123;p4"/>
            <p:cNvCxnSpPr/>
            <p:nvPr/>
          </p:nvCxnSpPr>
          <p:spPr>
            <a:xfrm>
              <a:off x="-4" y="4691750"/>
              <a:ext cx="9137400" cy="0"/>
            </a:xfrm>
            <a:prstGeom prst="straightConnector1">
              <a:avLst/>
            </a:prstGeom>
            <a:noFill/>
            <a:ln cap="flat" cmpd="sng" w="9525">
              <a:solidFill>
                <a:schemeClr val="accent5"/>
              </a:solidFill>
              <a:prstDash val="solid"/>
              <a:round/>
              <a:headEnd len="sm" w="sm" type="none"/>
              <a:tailEnd len="sm" w="sm" type="none"/>
            </a:ln>
          </p:spPr>
        </p:cxnSp>
      </p:grpSp>
      <p:cxnSp>
        <p:nvCxnSpPr>
          <p:cNvPr id="124" name="Google Shape;124;p4"/>
          <p:cNvCxnSpPr/>
          <p:nvPr/>
        </p:nvCxnSpPr>
        <p:spPr>
          <a:xfrm>
            <a:off x="710300" y="0"/>
            <a:ext cx="0" cy="5143500"/>
          </a:xfrm>
          <a:prstGeom prst="straightConnector1">
            <a:avLst/>
          </a:prstGeom>
          <a:noFill/>
          <a:ln cap="flat" cmpd="sng" w="9525">
            <a:solidFill>
              <a:schemeClr val="accent1"/>
            </a:solidFill>
            <a:prstDash val="solid"/>
            <a:round/>
            <a:headEnd len="sm" w="sm" type="none"/>
            <a:tailEnd len="sm" w="sm" type="none"/>
          </a:ln>
        </p:spPr>
      </p:cxnSp>
      <p:cxnSp>
        <p:nvCxnSpPr>
          <p:cNvPr id="125" name="Google Shape;125;p4"/>
          <p:cNvCxnSpPr/>
          <p:nvPr/>
        </p:nvCxnSpPr>
        <p:spPr>
          <a:xfrm>
            <a:off x="664825" y="0"/>
            <a:ext cx="0" cy="5143500"/>
          </a:xfrm>
          <a:prstGeom prst="straightConnector1">
            <a:avLst/>
          </a:prstGeom>
          <a:noFill/>
          <a:ln cap="flat" cmpd="sng" w="9525">
            <a:solidFill>
              <a:schemeClr val="accent1"/>
            </a:solidFill>
            <a:prstDash val="solid"/>
            <a:round/>
            <a:headEnd len="sm" w="sm" type="none"/>
            <a:tailEnd len="sm" w="sm" type="none"/>
          </a:ln>
        </p:spPr>
      </p:cxnSp>
      <p:sp>
        <p:nvSpPr>
          <p:cNvPr id="126" name="Google Shape;126;p4"/>
          <p:cNvSpPr/>
          <p:nvPr/>
        </p:nvSpPr>
        <p:spPr>
          <a:xfrm>
            <a:off x="245425" y="1542047"/>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27" name="Google Shape;127;p4"/>
          <p:cNvSpPr/>
          <p:nvPr/>
        </p:nvSpPr>
        <p:spPr>
          <a:xfrm>
            <a:off x="245425" y="3599460"/>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28" name="Google Shape;128;p4"/>
          <p:cNvSpPr txBox="1"/>
          <p:nvPr>
            <p:ph type="title"/>
          </p:nvPr>
        </p:nvSpPr>
        <p:spPr>
          <a:xfrm rot="-289081">
            <a:off x="587746" y="495097"/>
            <a:ext cx="2100221" cy="569601"/>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3000"/>
              <a:buFont typeface="Anton"/>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Quarter's Goals">
  <p:cSld name="CUSTOM_1_1_3_1_1">
    <p:spTree>
      <p:nvGrpSpPr>
        <p:cNvPr id="129" name="Shape 129"/>
        <p:cNvGrpSpPr/>
        <p:nvPr/>
      </p:nvGrpSpPr>
      <p:grpSpPr>
        <a:xfrm>
          <a:off x="0" y="0"/>
          <a:ext cx="0" cy="0"/>
          <a:chOff x="0" y="0"/>
          <a:chExt cx="0" cy="0"/>
        </a:xfrm>
      </p:grpSpPr>
      <p:grpSp>
        <p:nvGrpSpPr>
          <p:cNvPr id="130" name="Google Shape;130;p5"/>
          <p:cNvGrpSpPr/>
          <p:nvPr/>
        </p:nvGrpSpPr>
        <p:grpSpPr>
          <a:xfrm>
            <a:off x="392964" y="576950"/>
            <a:ext cx="8764835" cy="4114800"/>
            <a:chOff x="374175" y="576950"/>
            <a:chExt cx="8783280" cy="4114800"/>
          </a:xfrm>
        </p:grpSpPr>
        <p:cxnSp>
          <p:nvCxnSpPr>
            <p:cNvPr id="131" name="Google Shape;131;p5"/>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32" name="Google Shape;132;p5"/>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33" name="Google Shape;133;p5"/>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34" name="Google Shape;134;p5"/>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35" name="Google Shape;135;p5"/>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36" name="Google Shape;136;p5"/>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37" name="Google Shape;137;p5"/>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38" name="Google Shape;138;p5"/>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39" name="Google Shape;139;p5"/>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140" name="Google Shape;140;p5"/>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41" name="Google Shape;141;p5"/>
          <p:cNvGrpSpPr/>
          <p:nvPr/>
        </p:nvGrpSpPr>
        <p:grpSpPr>
          <a:xfrm>
            <a:off x="114421" y="175123"/>
            <a:ext cx="134104" cy="4750255"/>
            <a:chOff x="114421" y="175123"/>
            <a:chExt cx="134104" cy="4750255"/>
          </a:xfrm>
        </p:grpSpPr>
        <p:grpSp>
          <p:nvGrpSpPr>
            <p:cNvPr id="142" name="Google Shape;142;p5"/>
            <p:cNvGrpSpPr/>
            <p:nvPr/>
          </p:nvGrpSpPr>
          <p:grpSpPr>
            <a:xfrm>
              <a:off x="114421" y="175123"/>
              <a:ext cx="134104" cy="4334807"/>
              <a:chOff x="5432271" y="383100"/>
              <a:chExt cx="137854" cy="4456010"/>
            </a:xfrm>
          </p:grpSpPr>
          <p:grpSp>
            <p:nvGrpSpPr>
              <p:cNvPr id="143" name="Google Shape;143;p5"/>
              <p:cNvGrpSpPr/>
              <p:nvPr/>
            </p:nvGrpSpPr>
            <p:grpSpPr>
              <a:xfrm>
                <a:off x="5432271" y="383100"/>
                <a:ext cx="137854" cy="981668"/>
                <a:chOff x="5432271" y="383100"/>
                <a:chExt cx="137854" cy="981668"/>
              </a:xfrm>
            </p:grpSpPr>
            <p:sp>
              <p:nvSpPr>
                <p:cNvPr id="144" name="Google Shape;144;p5"/>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5" name="Google Shape;145;p5"/>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6" name="Google Shape;146;p5"/>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47" name="Google Shape;147;p5"/>
              <p:cNvGrpSpPr/>
              <p:nvPr/>
            </p:nvGrpSpPr>
            <p:grpSpPr>
              <a:xfrm>
                <a:off x="5432271" y="1678500"/>
                <a:ext cx="137854" cy="981668"/>
                <a:chOff x="5432271" y="383100"/>
                <a:chExt cx="137854" cy="981668"/>
              </a:xfrm>
            </p:grpSpPr>
            <p:sp>
              <p:nvSpPr>
                <p:cNvPr id="148" name="Google Shape;148;p5"/>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9" name="Google Shape;149;p5"/>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0" name="Google Shape;150;p5"/>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51" name="Google Shape;151;p5"/>
              <p:cNvGrpSpPr/>
              <p:nvPr/>
            </p:nvGrpSpPr>
            <p:grpSpPr>
              <a:xfrm>
                <a:off x="5432271" y="2973900"/>
                <a:ext cx="137854" cy="981668"/>
                <a:chOff x="5432271" y="383100"/>
                <a:chExt cx="137854" cy="981668"/>
              </a:xfrm>
            </p:grpSpPr>
            <p:sp>
              <p:nvSpPr>
                <p:cNvPr id="152" name="Google Shape;152;p5"/>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3" name="Google Shape;153;p5"/>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4" name="Google Shape;154;p5"/>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55" name="Google Shape;155;p5"/>
              <p:cNvGrpSpPr/>
              <p:nvPr/>
            </p:nvGrpSpPr>
            <p:grpSpPr>
              <a:xfrm>
                <a:off x="5432271" y="4269300"/>
                <a:ext cx="137854" cy="569810"/>
                <a:chOff x="5432271" y="383100"/>
                <a:chExt cx="137854" cy="569810"/>
              </a:xfrm>
            </p:grpSpPr>
            <p:sp>
              <p:nvSpPr>
                <p:cNvPr id="156" name="Google Shape;156;p5"/>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7" name="Google Shape;157;p5"/>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158" name="Google Shape;158;p5"/>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159" name="Google Shape;159;p5"/>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60" name="Google Shape;160;p5"/>
          <p:cNvSpPr txBox="1"/>
          <p:nvPr>
            <p:ph idx="1" type="body"/>
          </p:nvPr>
        </p:nvSpPr>
        <p:spPr>
          <a:xfrm>
            <a:off x="3993050" y="2658175"/>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61" name="Google Shape;161;p5"/>
          <p:cNvSpPr txBox="1"/>
          <p:nvPr>
            <p:ph idx="2" type="body"/>
          </p:nvPr>
        </p:nvSpPr>
        <p:spPr>
          <a:xfrm>
            <a:off x="3993050" y="3668450"/>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62" name="Google Shape;162;p5"/>
          <p:cNvSpPr txBox="1"/>
          <p:nvPr>
            <p:ph idx="3" type="body"/>
          </p:nvPr>
        </p:nvSpPr>
        <p:spPr>
          <a:xfrm>
            <a:off x="3993050" y="1644550"/>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63" name="Google Shape;163;p5"/>
          <p:cNvSpPr txBox="1"/>
          <p:nvPr>
            <p:ph idx="4" type="title"/>
          </p:nvPr>
        </p:nvSpPr>
        <p:spPr>
          <a:xfrm>
            <a:off x="1075800" y="2925625"/>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164" name="Google Shape;164;p5"/>
          <p:cNvSpPr txBox="1"/>
          <p:nvPr>
            <p:ph idx="5" type="title"/>
          </p:nvPr>
        </p:nvSpPr>
        <p:spPr>
          <a:xfrm>
            <a:off x="1075800" y="3935900"/>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165" name="Google Shape;165;p5"/>
          <p:cNvSpPr txBox="1"/>
          <p:nvPr>
            <p:ph idx="6" type="title"/>
          </p:nvPr>
        </p:nvSpPr>
        <p:spPr>
          <a:xfrm>
            <a:off x="1075800" y="1912000"/>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166" name="Google Shape;166;p5"/>
          <p:cNvSpPr txBox="1"/>
          <p:nvPr>
            <p:ph idx="7" type="title"/>
          </p:nvPr>
        </p:nvSpPr>
        <p:spPr>
          <a:xfrm>
            <a:off x="543400" y="1912000"/>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
        <p:nvSpPr>
          <p:cNvPr id="167" name="Google Shape;167;p5"/>
          <p:cNvSpPr txBox="1"/>
          <p:nvPr>
            <p:ph idx="8" type="title"/>
          </p:nvPr>
        </p:nvSpPr>
        <p:spPr>
          <a:xfrm>
            <a:off x="543400" y="2925625"/>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
        <p:nvSpPr>
          <p:cNvPr id="168" name="Google Shape;168;p5"/>
          <p:cNvSpPr txBox="1"/>
          <p:nvPr>
            <p:ph idx="9" type="title"/>
          </p:nvPr>
        </p:nvSpPr>
        <p:spPr>
          <a:xfrm>
            <a:off x="543400" y="3935900"/>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_1_1_3_1">
    <p:bg>
      <p:bgPr>
        <a:solidFill>
          <a:schemeClr val="lt1"/>
        </a:solidFill>
      </p:bgPr>
    </p:bg>
    <p:spTree>
      <p:nvGrpSpPr>
        <p:cNvPr id="169" name="Shape 169"/>
        <p:cNvGrpSpPr/>
        <p:nvPr/>
      </p:nvGrpSpPr>
      <p:grpSpPr>
        <a:xfrm>
          <a:off x="0" y="0"/>
          <a:ext cx="0" cy="0"/>
          <a:chOff x="0" y="0"/>
          <a:chExt cx="0" cy="0"/>
        </a:xfrm>
      </p:grpSpPr>
      <p:sp>
        <p:nvSpPr>
          <p:cNvPr id="170" name="Google Shape;170;p6"/>
          <p:cNvSpPr txBox="1"/>
          <p:nvPr>
            <p:ph type="title"/>
          </p:nvPr>
        </p:nvSpPr>
        <p:spPr>
          <a:xfrm rot="276584">
            <a:off x="5845454" y="1487909"/>
            <a:ext cx="2123971" cy="496007"/>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1" name="Google Shape;171;p6"/>
          <p:cNvSpPr txBox="1"/>
          <p:nvPr>
            <p:ph idx="1" type="body"/>
          </p:nvPr>
        </p:nvSpPr>
        <p:spPr>
          <a:xfrm rot="274997">
            <a:off x="5798057" y="2041282"/>
            <a:ext cx="2121183" cy="603735"/>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172" name="Google Shape;172;p6"/>
          <p:cNvSpPr txBox="1"/>
          <p:nvPr>
            <p:ph idx="2" type="title"/>
          </p:nvPr>
        </p:nvSpPr>
        <p:spPr>
          <a:xfrm rot="-689737">
            <a:off x="3250012" y="1354783"/>
            <a:ext cx="2124008" cy="495921"/>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3" name="Google Shape;173;p6"/>
          <p:cNvSpPr txBox="1"/>
          <p:nvPr>
            <p:ph idx="3" type="body"/>
          </p:nvPr>
        </p:nvSpPr>
        <p:spPr>
          <a:xfrm rot="-691086">
            <a:off x="3372841" y="1897943"/>
            <a:ext cx="2121422" cy="603767"/>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174" name="Google Shape;174;p6"/>
          <p:cNvSpPr txBox="1"/>
          <p:nvPr>
            <p:ph idx="4" type="title"/>
          </p:nvPr>
        </p:nvSpPr>
        <p:spPr>
          <a:xfrm>
            <a:off x="508875" y="1801500"/>
            <a:ext cx="2645400" cy="1694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accent6"/>
              </a:buClr>
              <a:buSzPts val="6400"/>
              <a:buNone/>
              <a:defRPr b="0" sz="6000">
                <a:solidFill>
                  <a:schemeClr val="accent6"/>
                </a:solidFill>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175" name="Google Shape;175;p6"/>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6" name="Google Shape;176;p6"/>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7" name="Google Shape;177;p6"/>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8" name="Google Shape;178;p6"/>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179" name="Google Shape;179;p6"/>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180" name="Google Shape;180;p6"/>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181" name="Google Shape;181;p6"/>
          <p:cNvSpPr txBox="1"/>
          <p:nvPr>
            <p:ph idx="5" type="title"/>
          </p:nvPr>
        </p:nvSpPr>
        <p:spPr>
          <a:xfrm rot="486">
            <a:off x="4078754" y="2803718"/>
            <a:ext cx="2124000" cy="495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2" name="Google Shape;182;p6"/>
          <p:cNvSpPr txBox="1"/>
          <p:nvPr>
            <p:ph idx="6" type="body"/>
          </p:nvPr>
        </p:nvSpPr>
        <p:spPr>
          <a:xfrm rot="-972">
            <a:off x="4080134" y="3359087"/>
            <a:ext cx="2121300" cy="603600"/>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p:cSld name="CUSTOM_1_1">
    <p:spTree>
      <p:nvGrpSpPr>
        <p:cNvPr id="183" name="Shape 183"/>
        <p:cNvGrpSpPr/>
        <p:nvPr/>
      </p:nvGrpSpPr>
      <p:grpSpPr>
        <a:xfrm>
          <a:off x="0" y="0"/>
          <a:ext cx="0" cy="0"/>
          <a:chOff x="0" y="0"/>
          <a:chExt cx="0" cy="0"/>
        </a:xfrm>
      </p:grpSpPr>
      <p:grpSp>
        <p:nvGrpSpPr>
          <p:cNvPr id="184" name="Google Shape;184;p7"/>
          <p:cNvGrpSpPr/>
          <p:nvPr/>
        </p:nvGrpSpPr>
        <p:grpSpPr>
          <a:xfrm>
            <a:off x="392964" y="576950"/>
            <a:ext cx="8764835" cy="4114800"/>
            <a:chOff x="374175" y="576950"/>
            <a:chExt cx="8783280" cy="4114800"/>
          </a:xfrm>
        </p:grpSpPr>
        <p:cxnSp>
          <p:nvCxnSpPr>
            <p:cNvPr id="185" name="Google Shape;185;p7"/>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6" name="Google Shape;186;p7"/>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7" name="Google Shape;187;p7"/>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8" name="Google Shape;188;p7"/>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9" name="Google Shape;189;p7"/>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90" name="Google Shape;190;p7"/>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91" name="Google Shape;191;p7"/>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92" name="Google Shape;192;p7"/>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93" name="Google Shape;193;p7"/>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194" name="Google Shape;194;p7"/>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95" name="Google Shape;195;p7"/>
          <p:cNvGrpSpPr/>
          <p:nvPr/>
        </p:nvGrpSpPr>
        <p:grpSpPr>
          <a:xfrm>
            <a:off x="114406" y="175123"/>
            <a:ext cx="134104" cy="4750255"/>
            <a:chOff x="114406" y="175123"/>
            <a:chExt cx="134104" cy="4750255"/>
          </a:xfrm>
        </p:grpSpPr>
        <p:grpSp>
          <p:nvGrpSpPr>
            <p:cNvPr id="196" name="Google Shape;196;p7"/>
            <p:cNvGrpSpPr/>
            <p:nvPr/>
          </p:nvGrpSpPr>
          <p:grpSpPr>
            <a:xfrm>
              <a:off x="114406" y="175123"/>
              <a:ext cx="134104" cy="4334807"/>
              <a:chOff x="5432271" y="383100"/>
              <a:chExt cx="137854" cy="4456010"/>
            </a:xfrm>
          </p:grpSpPr>
          <p:grpSp>
            <p:nvGrpSpPr>
              <p:cNvPr id="197" name="Google Shape;197;p7"/>
              <p:cNvGrpSpPr/>
              <p:nvPr/>
            </p:nvGrpSpPr>
            <p:grpSpPr>
              <a:xfrm>
                <a:off x="5432271" y="383100"/>
                <a:ext cx="137854" cy="981668"/>
                <a:chOff x="5432271" y="383100"/>
                <a:chExt cx="137854" cy="981668"/>
              </a:xfrm>
            </p:grpSpPr>
            <p:sp>
              <p:nvSpPr>
                <p:cNvPr id="198" name="Google Shape;198;p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9" name="Google Shape;199;p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00" name="Google Shape;200;p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01" name="Google Shape;201;p7"/>
              <p:cNvGrpSpPr/>
              <p:nvPr/>
            </p:nvGrpSpPr>
            <p:grpSpPr>
              <a:xfrm>
                <a:off x="5432271" y="1678500"/>
                <a:ext cx="137854" cy="981668"/>
                <a:chOff x="5432271" y="383100"/>
                <a:chExt cx="137854" cy="981668"/>
              </a:xfrm>
            </p:grpSpPr>
            <p:sp>
              <p:nvSpPr>
                <p:cNvPr id="202" name="Google Shape;202;p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03" name="Google Shape;203;p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04" name="Google Shape;204;p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05" name="Google Shape;205;p7"/>
              <p:cNvGrpSpPr/>
              <p:nvPr/>
            </p:nvGrpSpPr>
            <p:grpSpPr>
              <a:xfrm>
                <a:off x="5432271" y="2973900"/>
                <a:ext cx="137854" cy="981668"/>
                <a:chOff x="5432271" y="383100"/>
                <a:chExt cx="137854" cy="981668"/>
              </a:xfrm>
            </p:grpSpPr>
            <p:sp>
              <p:nvSpPr>
                <p:cNvPr id="206" name="Google Shape;206;p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07" name="Google Shape;207;p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08" name="Google Shape;208;p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09" name="Google Shape;209;p7"/>
              <p:cNvGrpSpPr/>
              <p:nvPr/>
            </p:nvGrpSpPr>
            <p:grpSpPr>
              <a:xfrm>
                <a:off x="5432271" y="4269300"/>
                <a:ext cx="137854" cy="569810"/>
                <a:chOff x="5432271" y="383100"/>
                <a:chExt cx="137854" cy="569810"/>
              </a:xfrm>
            </p:grpSpPr>
            <p:sp>
              <p:nvSpPr>
                <p:cNvPr id="210" name="Google Shape;210;p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11" name="Google Shape;211;p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212" name="Google Shape;212;p7"/>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213" name="Google Shape;213;p7"/>
          <p:cNvSpPr txBox="1"/>
          <p:nvPr>
            <p:ph type="title"/>
          </p:nvPr>
        </p:nvSpPr>
        <p:spPr>
          <a:xfrm>
            <a:off x="871325"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14" name="Google Shape;214;p7"/>
          <p:cNvSpPr txBox="1"/>
          <p:nvPr>
            <p:ph idx="2" type="title"/>
          </p:nvPr>
        </p:nvSpPr>
        <p:spPr>
          <a:xfrm>
            <a:off x="3587619"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15" name="Google Shape;215;p7"/>
          <p:cNvSpPr txBox="1"/>
          <p:nvPr>
            <p:ph idx="3" type="title"/>
          </p:nvPr>
        </p:nvSpPr>
        <p:spPr>
          <a:xfrm>
            <a:off x="6179075"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16" name="Google Shape;216;p7"/>
          <p:cNvSpPr/>
          <p:nvPr>
            <p:ph idx="4" type="pic"/>
          </p:nvPr>
        </p:nvSpPr>
        <p:spPr>
          <a:xfrm>
            <a:off x="895300" y="1487250"/>
            <a:ext cx="2264100" cy="2729700"/>
          </a:xfrm>
          <a:prstGeom prst="rect">
            <a:avLst/>
          </a:prstGeom>
          <a:noFill/>
          <a:ln>
            <a:noFill/>
          </a:ln>
        </p:spPr>
      </p:sp>
      <p:sp>
        <p:nvSpPr>
          <p:cNvPr id="217" name="Google Shape;217;p7"/>
          <p:cNvSpPr/>
          <p:nvPr>
            <p:ph idx="5" type="pic"/>
          </p:nvPr>
        </p:nvSpPr>
        <p:spPr>
          <a:xfrm>
            <a:off x="3605775" y="1487250"/>
            <a:ext cx="2264100" cy="2729700"/>
          </a:xfrm>
          <a:prstGeom prst="rect">
            <a:avLst/>
          </a:prstGeom>
          <a:noFill/>
          <a:ln>
            <a:noFill/>
          </a:ln>
        </p:spPr>
      </p:sp>
      <p:sp>
        <p:nvSpPr>
          <p:cNvPr id="218" name="Google Shape;218;p7"/>
          <p:cNvSpPr/>
          <p:nvPr>
            <p:ph idx="6" type="pic"/>
          </p:nvPr>
        </p:nvSpPr>
        <p:spPr>
          <a:xfrm>
            <a:off x="6197225" y="1487250"/>
            <a:ext cx="2264100" cy="2729700"/>
          </a:xfrm>
          <a:prstGeom prst="rect">
            <a:avLst/>
          </a:prstGeom>
          <a:noFill/>
          <a:ln>
            <a:noFill/>
          </a:ln>
        </p:spPr>
      </p:sp>
      <p:sp>
        <p:nvSpPr>
          <p:cNvPr id="219" name="Google Shape;219;p7"/>
          <p:cNvSpPr txBox="1"/>
          <p:nvPr>
            <p:ph idx="1" type="subTitle"/>
          </p:nvPr>
        </p:nvSpPr>
        <p:spPr>
          <a:xfrm>
            <a:off x="1187675" y="4299825"/>
            <a:ext cx="1667700" cy="226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7"/>
          <p:cNvSpPr txBox="1"/>
          <p:nvPr>
            <p:ph idx="7" type="subTitle"/>
          </p:nvPr>
        </p:nvSpPr>
        <p:spPr>
          <a:xfrm rot="-214117">
            <a:off x="3902250" y="4346193"/>
            <a:ext cx="1667634" cy="22634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7"/>
          <p:cNvSpPr txBox="1"/>
          <p:nvPr>
            <p:ph idx="8" type="subTitle"/>
          </p:nvPr>
        </p:nvSpPr>
        <p:spPr>
          <a:xfrm rot="215969">
            <a:off x="6495540" y="4324572"/>
            <a:ext cx="1667690" cy="22634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BLANK_1_1_1_1_1_1_1_1_1_1_1_1">
    <p:bg>
      <p:bgPr>
        <a:solidFill>
          <a:schemeClr val="lt1"/>
        </a:solidFill>
      </p:bgPr>
    </p:bg>
    <p:spTree>
      <p:nvGrpSpPr>
        <p:cNvPr id="222" name="Shape 222"/>
        <p:cNvGrpSpPr/>
        <p:nvPr/>
      </p:nvGrpSpPr>
      <p:grpSpPr>
        <a:xfrm>
          <a:off x="0" y="0"/>
          <a:ext cx="0" cy="0"/>
          <a:chOff x="0" y="0"/>
          <a:chExt cx="0" cy="0"/>
        </a:xfrm>
      </p:grpSpPr>
      <p:sp>
        <p:nvSpPr>
          <p:cNvPr id="223" name="Google Shape;223;p8"/>
          <p:cNvSpPr/>
          <p:nvPr/>
        </p:nvSpPr>
        <p:spPr>
          <a:xfrm rot="-300782">
            <a:off x="5105280" y="419634"/>
            <a:ext cx="3577384" cy="4308283"/>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24" name="Google Shape;224;p8"/>
          <p:cNvSpPr/>
          <p:nvPr>
            <p:ph idx="2" type="pic"/>
          </p:nvPr>
        </p:nvSpPr>
        <p:spPr>
          <a:xfrm>
            <a:off x="2050" y="2050"/>
            <a:ext cx="4778400" cy="5143500"/>
          </a:xfrm>
          <a:prstGeom prst="rect">
            <a:avLst/>
          </a:prstGeom>
          <a:noFill/>
          <a:ln>
            <a:noFill/>
          </a:ln>
        </p:spPr>
      </p:sp>
      <p:sp>
        <p:nvSpPr>
          <p:cNvPr id="225" name="Google Shape;225;p8"/>
          <p:cNvSpPr/>
          <p:nvPr/>
        </p:nvSpPr>
        <p:spPr>
          <a:xfrm rot="134178">
            <a:off x="5002593" y="293901"/>
            <a:ext cx="3782581" cy="455567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26" name="Google Shape;226;p8"/>
          <p:cNvSpPr txBox="1"/>
          <p:nvPr>
            <p:ph type="title"/>
          </p:nvPr>
        </p:nvSpPr>
        <p:spPr>
          <a:xfrm rot="124275">
            <a:off x="5368207" y="536624"/>
            <a:ext cx="3037985" cy="614501"/>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27" name="Google Shape;227;p8"/>
          <p:cNvSpPr txBox="1"/>
          <p:nvPr>
            <p:ph idx="1" type="body"/>
          </p:nvPr>
        </p:nvSpPr>
        <p:spPr>
          <a:xfrm rot="119438">
            <a:off x="5194650" y="1261934"/>
            <a:ext cx="3281881" cy="2287382"/>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Manrope Medium"/>
              <a:buChar char="●"/>
              <a:defRPr>
                <a:latin typeface="Manrope Medium"/>
                <a:ea typeface="Manrope Medium"/>
                <a:cs typeface="Manrope Medium"/>
                <a:sym typeface="Manrope Medium"/>
              </a:defRPr>
            </a:lvl1pPr>
            <a:lvl2pPr indent="-317500" lvl="1" marL="914400" algn="ctr">
              <a:spcBef>
                <a:spcPts val="0"/>
              </a:spcBef>
              <a:spcAft>
                <a:spcPts val="0"/>
              </a:spcAft>
              <a:buSzPts val="1400"/>
              <a:buFont typeface="Manrope Medium"/>
              <a:buChar char="○"/>
              <a:defRPr>
                <a:latin typeface="Manrope Medium"/>
                <a:ea typeface="Manrope Medium"/>
                <a:cs typeface="Manrope Medium"/>
                <a:sym typeface="Manrope Medium"/>
              </a:defRPr>
            </a:lvl2pPr>
            <a:lvl3pPr indent="-317500" lvl="2" marL="1371600" algn="ctr">
              <a:spcBef>
                <a:spcPts val="0"/>
              </a:spcBef>
              <a:spcAft>
                <a:spcPts val="0"/>
              </a:spcAft>
              <a:buSzPts val="1400"/>
              <a:buFont typeface="Manrope Medium"/>
              <a:buChar char="■"/>
              <a:defRPr>
                <a:latin typeface="Manrope Medium"/>
                <a:ea typeface="Manrope Medium"/>
                <a:cs typeface="Manrope Medium"/>
                <a:sym typeface="Manrope Medium"/>
              </a:defRPr>
            </a:lvl3pPr>
            <a:lvl4pPr indent="-317500" lvl="3" marL="1828800" algn="ctr">
              <a:spcBef>
                <a:spcPts val="0"/>
              </a:spcBef>
              <a:spcAft>
                <a:spcPts val="0"/>
              </a:spcAft>
              <a:buSzPts val="1400"/>
              <a:buFont typeface="Manrope Medium"/>
              <a:buChar char="●"/>
              <a:defRPr>
                <a:latin typeface="Manrope Medium"/>
                <a:ea typeface="Manrope Medium"/>
                <a:cs typeface="Manrope Medium"/>
                <a:sym typeface="Manrope Medium"/>
              </a:defRPr>
            </a:lvl4pPr>
            <a:lvl5pPr indent="-317500" lvl="4" marL="2286000" algn="ctr">
              <a:spcBef>
                <a:spcPts val="0"/>
              </a:spcBef>
              <a:spcAft>
                <a:spcPts val="0"/>
              </a:spcAft>
              <a:buSzPts val="1400"/>
              <a:buFont typeface="Manrope Medium"/>
              <a:buChar char="○"/>
              <a:defRPr>
                <a:latin typeface="Manrope Medium"/>
                <a:ea typeface="Manrope Medium"/>
                <a:cs typeface="Manrope Medium"/>
                <a:sym typeface="Manrope Medium"/>
              </a:defRPr>
            </a:lvl5pPr>
            <a:lvl6pPr indent="-317500" lvl="5" marL="2743200" algn="ctr">
              <a:spcBef>
                <a:spcPts val="0"/>
              </a:spcBef>
              <a:spcAft>
                <a:spcPts val="0"/>
              </a:spcAft>
              <a:buSzPts val="1400"/>
              <a:buFont typeface="Manrope Medium"/>
              <a:buChar char="■"/>
              <a:defRPr>
                <a:latin typeface="Manrope Medium"/>
                <a:ea typeface="Manrope Medium"/>
                <a:cs typeface="Manrope Medium"/>
                <a:sym typeface="Manrope Medium"/>
              </a:defRPr>
            </a:lvl6pPr>
            <a:lvl7pPr indent="-317500" lvl="6" marL="3200400" algn="ctr">
              <a:spcBef>
                <a:spcPts val="0"/>
              </a:spcBef>
              <a:spcAft>
                <a:spcPts val="0"/>
              </a:spcAft>
              <a:buSzPts val="1400"/>
              <a:buFont typeface="Manrope Medium"/>
              <a:buChar char="●"/>
              <a:defRPr>
                <a:latin typeface="Manrope Medium"/>
                <a:ea typeface="Manrope Medium"/>
                <a:cs typeface="Manrope Medium"/>
                <a:sym typeface="Manrope Medium"/>
              </a:defRPr>
            </a:lvl7pPr>
            <a:lvl8pPr indent="-317500" lvl="7" marL="3657600" algn="ctr">
              <a:spcBef>
                <a:spcPts val="0"/>
              </a:spcBef>
              <a:spcAft>
                <a:spcPts val="0"/>
              </a:spcAft>
              <a:buSzPts val="1400"/>
              <a:buFont typeface="Manrope Medium"/>
              <a:buChar char="○"/>
              <a:defRPr>
                <a:latin typeface="Manrope Medium"/>
                <a:ea typeface="Manrope Medium"/>
                <a:cs typeface="Manrope Medium"/>
                <a:sym typeface="Manrope Medium"/>
              </a:defRPr>
            </a:lvl8pPr>
            <a:lvl9pPr indent="-317500" lvl="8" marL="41148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p:txBody>
      </p:sp>
      <p:sp>
        <p:nvSpPr>
          <p:cNvPr id="228" name="Google Shape;228;p8"/>
          <p:cNvSpPr txBox="1"/>
          <p:nvPr>
            <p:ph idx="3" type="body"/>
          </p:nvPr>
        </p:nvSpPr>
        <p:spPr>
          <a:xfrm rot="131721">
            <a:off x="5123776" y="3854495"/>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BLANK_1_1_1_1_1_1_1_1_1_1_1_1_2_1">
    <p:bg>
      <p:bgPr>
        <a:solidFill>
          <a:schemeClr val="lt1"/>
        </a:solidFill>
      </p:bgPr>
    </p:bg>
    <p:spTree>
      <p:nvGrpSpPr>
        <p:cNvPr id="229" name="Shape 229"/>
        <p:cNvGrpSpPr/>
        <p:nvPr/>
      </p:nvGrpSpPr>
      <p:grpSpPr>
        <a:xfrm>
          <a:off x="0" y="0"/>
          <a:ext cx="0" cy="0"/>
          <a:chOff x="0" y="0"/>
          <a:chExt cx="0" cy="0"/>
        </a:xfrm>
      </p:grpSpPr>
      <p:sp>
        <p:nvSpPr>
          <p:cNvPr id="230" name="Google Shape;230;p9"/>
          <p:cNvSpPr/>
          <p:nvPr/>
        </p:nvSpPr>
        <p:spPr>
          <a:xfrm rot="482751">
            <a:off x="407815" y="419618"/>
            <a:ext cx="3577314" cy="4308406"/>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31" name="Google Shape;231;p9"/>
          <p:cNvSpPr/>
          <p:nvPr>
            <p:ph idx="2" type="pic"/>
          </p:nvPr>
        </p:nvSpPr>
        <p:spPr>
          <a:xfrm>
            <a:off x="4372975" y="2050"/>
            <a:ext cx="4778400" cy="5143500"/>
          </a:xfrm>
          <a:prstGeom prst="rect">
            <a:avLst/>
          </a:prstGeom>
          <a:noFill/>
          <a:ln>
            <a:noFill/>
          </a:ln>
        </p:spPr>
      </p:sp>
      <p:sp>
        <p:nvSpPr>
          <p:cNvPr id="232" name="Google Shape;232;p9"/>
          <p:cNvSpPr/>
          <p:nvPr/>
        </p:nvSpPr>
        <p:spPr>
          <a:xfrm rot="-98716">
            <a:off x="327421" y="293858"/>
            <a:ext cx="3782459" cy="4555878"/>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33" name="Google Shape;233;p9"/>
          <p:cNvSpPr txBox="1"/>
          <p:nvPr>
            <p:ph type="title"/>
          </p:nvPr>
        </p:nvSpPr>
        <p:spPr>
          <a:xfrm rot="-108624">
            <a:off x="673475" y="530154"/>
            <a:ext cx="3038717" cy="61381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34" name="Google Shape;234;p9"/>
          <p:cNvSpPr txBox="1"/>
          <p:nvPr>
            <p:ph idx="1" type="body"/>
          </p:nvPr>
        </p:nvSpPr>
        <p:spPr>
          <a:xfrm flipH="1" rot="-131721">
            <a:off x="577990" y="3865770"/>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3">
  <p:cSld name="BLANK_1_1_1_1_1_1_1_1_1_1_1_1_2">
    <p:bg>
      <p:bgPr>
        <a:solidFill>
          <a:schemeClr val="lt1"/>
        </a:solidFill>
      </p:bgPr>
    </p:bg>
    <p:spTree>
      <p:nvGrpSpPr>
        <p:cNvPr id="235" name="Shape 235"/>
        <p:cNvGrpSpPr/>
        <p:nvPr/>
      </p:nvGrpSpPr>
      <p:grpSpPr>
        <a:xfrm>
          <a:off x="0" y="0"/>
          <a:ext cx="0" cy="0"/>
          <a:chOff x="0" y="0"/>
          <a:chExt cx="0" cy="0"/>
        </a:xfrm>
      </p:grpSpPr>
      <p:sp>
        <p:nvSpPr>
          <p:cNvPr id="236" name="Google Shape;236;p10"/>
          <p:cNvSpPr/>
          <p:nvPr/>
        </p:nvSpPr>
        <p:spPr>
          <a:xfrm rot="-300782">
            <a:off x="5105280" y="419634"/>
            <a:ext cx="3577384" cy="4308283"/>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37" name="Google Shape;237;p10"/>
          <p:cNvSpPr/>
          <p:nvPr>
            <p:ph idx="2" type="pic"/>
          </p:nvPr>
        </p:nvSpPr>
        <p:spPr>
          <a:xfrm>
            <a:off x="2050" y="2050"/>
            <a:ext cx="4778400" cy="5143500"/>
          </a:xfrm>
          <a:prstGeom prst="rect">
            <a:avLst/>
          </a:prstGeom>
          <a:noFill/>
          <a:ln>
            <a:noFill/>
          </a:ln>
        </p:spPr>
      </p:sp>
      <p:sp>
        <p:nvSpPr>
          <p:cNvPr id="238" name="Google Shape;238;p10"/>
          <p:cNvSpPr/>
          <p:nvPr/>
        </p:nvSpPr>
        <p:spPr>
          <a:xfrm rot="134178">
            <a:off x="5002660" y="293903"/>
            <a:ext cx="3782581" cy="4555675"/>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39" name="Google Shape;239;p10"/>
          <p:cNvSpPr txBox="1"/>
          <p:nvPr>
            <p:ph idx="1" type="body"/>
          </p:nvPr>
        </p:nvSpPr>
        <p:spPr>
          <a:xfrm rot="119438">
            <a:off x="5194650" y="1261934"/>
            <a:ext cx="3281881" cy="2287382"/>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Manrope Medium"/>
              <a:buChar char="●"/>
              <a:defRPr>
                <a:latin typeface="Manrope Medium"/>
                <a:ea typeface="Manrope Medium"/>
                <a:cs typeface="Manrope Medium"/>
                <a:sym typeface="Manrope Medium"/>
              </a:defRPr>
            </a:lvl1pPr>
            <a:lvl2pPr indent="-317500" lvl="1" marL="914400" algn="ctr">
              <a:spcBef>
                <a:spcPts val="0"/>
              </a:spcBef>
              <a:spcAft>
                <a:spcPts val="0"/>
              </a:spcAft>
              <a:buSzPts val="1400"/>
              <a:buFont typeface="Manrope Medium"/>
              <a:buChar char="○"/>
              <a:defRPr>
                <a:latin typeface="Manrope Medium"/>
                <a:ea typeface="Manrope Medium"/>
                <a:cs typeface="Manrope Medium"/>
                <a:sym typeface="Manrope Medium"/>
              </a:defRPr>
            </a:lvl2pPr>
            <a:lvl3pPr indent="-317500" lvl="2" marL="1371600" algn="ctr">
              <a:spcBef>
                <a:spcPts val="0"/>
              </a:spcBef>
              <a:spcAft>
                <a:spcPts val="0"/>
              </a:spcAft>
              <a:buSzPts val="1400"/>
              <a:buFont typeface="Manrope Medium"/>
              <a:buChar char="■"/>
              <a:defRPr>
                <a:latin typeface="Manrope Medium"/>
                <a:ea typeface="Manrope Medium"/>
                <a:cs typeface="Manrope Medium"/>
                <a:sym typeface="Manrope Medium"/>
              </a:defRPr>
            </a:lvl3pPr>
            <a:lvl4pPr indent="-317500" lvl="3" marL="1828800" algn="ctr">
              <a:spcBef>
                <a:spcPts val="0"/>
              </a:spcBef>
              <a:spcAft>
                <a:spcPts val="0"/>
              </a:spcAft>
              <a:buSzPts val="1400"/>
              <a:buFont typeface="Manrope Medium"/>
              <a:buChar char="●"/>
              <a:defRPr>
                <a:latin typeface="Manrope Medium"/>
                <a:ea typeface="Manrope Medium"/>
                <a:cs typeface="Manrope Medium"/>
                <a:sym typeface="Manrope Medium"/>
              </a:defRPr>
            </a:lvl4pPr>
            <a:lvl5pPr indent="-317500" lvl="4" marL="2286000" algn="ctr">
              <a:spcBef>
                <a:spcPts val="0"/>
              </a:spcBef>
              <a:spcAft>
                <a:spcPts val="0"/>
              </a:spcAft>
              <a:buSzPts val="1400"/>
              <a:buFont typeface="Manrope Medium"/>
              <a:buChar char="○"/>
              <a:defRPr>
                <a:latin typeface="Manrope Medium"/>
                <a:ea typeface="Manrope Medium"/>
                <a:cs typeface="Manrope Medium"/>
                <a:sym typeface="Manrope Medium"/>
              </a:defRPr>
            </a:lvl5pPr>
            <a:lvl6pPr indent="-317500" lvl="5" marL="2743200" algn="ctr">
              <a:spcBef>
                <a:spcPts val="0"/>
              </a:spcBef>
              <a:spcAft>
                <a:spcPts val="0"/>
              </a:spcAft>
              <a:buSzPts val="1400"/>
              <a:buFont typeface="Manrope Medium"/>
              <a:buChar char="■"/>
              <a:defRPr>
                <a:latin typeface="Manrope Medium"/>
                <a:ea typeface="Manrope Medium"/>
                <a:cs typeface="Manrope Medium"/>
                <a:sym typeface="Manrope Medium"/>
              </a:defRPr>
            </a:lvl6pPr>
            <a:lvl7pPr indent="-317500" lvl="6" marL="3200400" algn="ctr">
              <a:spcBef>
                <a:spcPts val="0"/>
              </a:spcBef>
              <a:spcAft>
                <a:spcPts val="0"/>
              </a:spcAft>
              <a:buSzPts val="1400"/>
              <a:buFont typeface="Manrope Medium"/>
              <a:buChar char="●"/>
              <a:defRPr>
                <a:latin typeface="Manrope Medium"/>
                <a:ea typeface="Manrope Medium"/>
                <a:cs typeface="Manrope Medium"/>
                <a:sym typeface="Manrope Medium"/>
              </a:defRPr>
            </a:lvl7pPr>
            <a:lvl8pPr indent="-317500" lvl="7" marL="3657600" algn="ctr">
              <a:spcBef>
                <a:spcPts val="0"/>
              </a:spcBef>
              <a:spcAft>
                <a:spcPts val="0"/>
              </a:spcAft>
              <a:buSzPts val="1400"/>
              <a:buFont typeface="Manrope Medium"/>
              <a:buChar char="○"/>
              <a:defRPr>
                <a:latin typeface="Manrope Medium"/>
                <a:ea typeface="Manrope Medium"/>
                <a:cs typeface="Manrope Medium"/>
                <a:sym typeface="Manrope Medium"/>
              </a:defRPr>
            </a:lvl8pPr>
            <a:lvl9pPr indent="-317500" lvl="8" marL="41148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p:txBody>
      </p:sp>
      <p:sp>
        <p:nvSpPr>
          <p:cNvPr id="240" name="Google Shape;240;p10"/>
          <p:cNvSpPr txBox="1"/>
          <p:nvPr>
            <p:ph type="title"/>
          </p:nvPr>
        </p:nvSpPr>
        <p:spPr>
          <a:xfrm rot="124275">
            <a:off x="5368207" y="536624"/>
            <a:ext cx="3037985" cy="614501"/>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41" name="Google Shape;241;p10"/>
          <p:cNvSpPr txBox="1"/>
          <p:nvPr>
            <p:ph idx="3" type="body"/>
          </p:nvPr>
        </p:nvSpPr>
        <p:spPr>
          <a:xfrm rot="131721">
            <a:off x="5123776" y="3854495"/>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p:cSld name="CUSTOM_1_1_3_1">
    <p:spTree>
      <p:nvGrpSpPr>
        <p:cNvPr id="242" name="Shape 242"/>
        <p:cNvGrpSpPr/>
        <p:nvPr/>
      </p:nvGrpSpPr>
      <p:grpSpPr>
        <a:xfrm>
          <a:off x="0" y="0"/>
          <a:ext cx="0" cy="0"/>
          <a:chOff x="0" y="0"/>
          <a:chExt cx="0" cy="0"/>
        </a:xfrm>
      </p:grpSpPr>
      <p:grpSp>
        <p:nvGrpSpPr>
          <p:cNvPr id="243" name="Google Shape;243;p11"/>
          <p:cNvGrpSpPr/>
          <p:nvPr/>
        </p:nvGrpSpPr>
        <p:grpSpPr>
          <a:xfrm>
            <a:off x="392964" y="576950"/>
            <a:ext cx="8764835" cy="4114800"/>
            <a:chOff x="374175" y="576950"/>
            <a:chExt cx="8783280" cy="4114800"/>
          </a:xfrm>
        </p:grpSpPr>
        <p:cxnSp>
          <p:nvCxnSpPr>
            <p:cNvPr id="244" name="Google Shape;244;p11"/>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45" name="Google Shape;245;p11"/>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46" name="Google Shape;246;p11"/>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47" name="Google Shape;247;p11"/>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48" name="Google Shape;248;p11"/>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49" name="Google Shape;249;p11"/>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50" name="Google Shape;250;p11"/>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51" name="Google Shape;251;p11"/>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52" name="Google Shape;252;p11"/>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253" name="Google Shape;253;p11"/>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254" name="Google Shape;254;p11"/>
          <p:cNvGrpSpPr/>
          <p:nvPr/>
        </p:nvGrpSpPr>
        <p:grpSpPr>
          <a:xfrm>
            <a:off x="114406" y="175123"/>
            <a:ext cx="134104" cy="4750255"/>
            <a:chOff x="114406" y="175123"/>
            <a:chExt cx="134104" cy="4750255"/>
          </a:xfrm>
        </p:grpSpPr>
        <p:grpSp>
          <p:nvGrpSpPr>
            <p:cNvPr id="255" name="Google Shape;255;p11"/>
            <p:cNvGrpSpPr/>
            <p:nvPr/>
          </p:nvGrpSpPr>
          <p:grpSpPr>
            <a:xfrm>
              <a:off x="114406" y="175123"/>
              <a:ext cx="134104" cy="4334807"/>
              <a:chOff x="5432271" y="383100"/>
              <a:chExt cx="137854" cy="4456010"/>
            </a:xfrm>
          </p:grpSpPr>
          <p:grpSp>
            <p:nvGrpSpPr>
              <p:cNvPr id="256" name="Google Shape;256;p11"/>
              <p:cNvGrpSpPr/>
              <p:nvPr/>
            </p:nvGrpSpPr>
            <p:grpSpPr>
              <a:xfrm>
                <a:off x="5432271" y="383100"/>
                <a:ext cx="137854" cy="981668"/>
                <a:chOff x="5432271" y="383100"/>
                <a:chExt cx="137854" cy="981668"/>
              </a:xfrm>
            </p:grpSpPr>
            <p:sp>
              <p:nvSpPr>
                <p:cNvPr id="257" name="Google Shape;257;p11"/>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58" name="Google Shape;258;p11"/>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59" name="Google Shape;259;p11"/>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60" name="Google Shape;260;p11"/>
              <p:cNvGrpSpPr/>
              <p:nvPr/>
            </p:nvGrpSpPr>
            <p:grpSpPr>
              <a:xfrm>
                <a:off x="5432271" y="1678500"/>
                <a:ext cx="137854" cy="981668"/>
                <a:chOff x="5432271" y="383100"/>
                <a:chExt cx="137854" cy="981668"/>
              </a:xfrm>
            </p:grpSpPr>
            <p:sp>
              <p:nvSpPr>
                <p:cNvPr id="261" name="Google Shape;261;p11"/>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62" name="Google Shape;262;p11"/>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63" name="Google Shape;263;p11"/>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64" name="Google Shape;264;p11"/>
              <p:cNvGrpSpPr/>
              <p:nvPr/>
            </p:nvGrpSpPr>
            <p:grpSpPr>
              <a:xfrm>
                <a:off x="5432271" y="2973900"/>
                <a:ext cx="137854" cy="981668"/>
                <a:chOff x="5432271" y="383100"/>
                <a:chExt cx="137854" cy="981668"/>
              </a:xfrm>
            </p:grpSpPr>
            <p:sp>
              <p:nvSpPr>
                <p:cNvPr id="265" name="Google Shape;265;p11"/>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66" name="Google Shape;266;p11"/>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67" name="Google Shape;267;p11"/>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68" name="Google Shape;268;p11"/>
              <p:cNvGrpSpPr/>
              <p:nvPr/>
            </p:nvGrpSpPr>
            <p:grpSpPr>
              <a:xfrm>
                <a:off x="5432271" y="4269300"/>
                <a:ext cx="137854" cy="569810"/>
                <a:chOff x="5432271" y="383100"/>
                <a:chExt cx="137854" cy="569810"/>
              </a:xfrm>
            </p:grpSpPr>
            <p:sp>
              <p:nvSpPr>
                <p:cNvPr id="269" name="Google Shape;269;p11"/>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70" name="Google Shape;270;p11"/>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271" name="Google Shape;271;p11"/>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272" name="Google Shape;272;p11"/>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11"/>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1"/>
        </a:solidFill>
      </p:bgPr>
    </p:bg>
    <p:spTree>
      <p:nvGrpSpPr>
        <p:cNvPr id="274" name="Shape 274"/>
        <p:cNvGrpSpPr/>
        <p:nvPr/>
      </p:nvGrpSpPr>
      <p:grpSpPr>
        <a:xfrm>
          <a:off x="0" y="0"/>
          <a:ext cx="0" cy="0"/>
          <a:chOff x="0" y="0"/>
          <a:chExt cx="0" cy="0"/>
        </a:xfrm>
      </p:grpSpPr>
      <p:sp>
        <p:nvSpPr>
          <p:cNvPr id="275" name="Google Shape;275;p12"/>
          <p:cNvSpPr txBox="1"/>
          <p:nvPr>
            <p:ph idx="1" type="body"/>
          </p:nvPr>
        </p:nvSpPr>
        <p:spPr>
          <a:xfrm rot="-188853">
            <a:off x="683183" y="2219155"/>
            <a:ext cx="1890452" cy="1486342"/>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grpSp>
        <p:nvGrpSpPr>
          <p:cNvPr id="276" name="Google Shape;276;p12"/>
          <p:cNvGrpSpPr/>
          <p:nvPr/>
        </p:nvGrpSpPr>
        <p:grpSpPr>
          <a:xfrm>
            <a:off x="8663938" y="3954675"/>
            <a:ext cx="502925" cy="1209925"/>
            <a:chOff x="8642600" y="3954675"/>
            <a:chExt cx="502925" cy="1209925"/>
          </a:xfrm>
        </p:grpSpPr>
        <p:sp>
          <p:nvSpPr>
            <p:cNvPr id="277" name="Google Shape;277;p12"/>
            <p:cNvSpPr/>
            <p:nvPr/>
          </p:nvSpPr>
          <p:spPr>
            <a:xfrm>
              <a:off x="8642600" y="3954675"/>
              <a:ext cx="502925" cy="1196325"/>
            </a:xfrm>
            <a:custGeom>
              <a:rect b="b" l="l" r="r" t="t"/>
              <a:pathLst>
                <a:path extrusionOk="0" h="47853" w="20117">
                  <a:moveTo>
                    <a:pt x="20117" y="0"/>
                  </a:moveTo>
                  <a:lnTo>
                    <a:pt x="20117" y="47853"/>
                  </a:lnTo>
                  <a:lnTo>
                    <a:pt x="0" y="47853"/>
                  </a:lnTo>
                  <a:close/>
                </a:path>
              </a:pathLst>
            </a:custGeom>
            <a:solidFill>
              <a:schemeClr val="dk1"/>
            </a:solidFill>
            <a:ln>
              <a:noFill/>
            </a:ln>
          </p:spPr>
        </p:sp>
        <p:cxnSp>
          <p:nvCxnSpPr>
            <p:cNvPr id="278" name="Google Shape;278;p12"/>
            <p:cNvCxnSpPr/>
            <p:nvPr/>
          </p:nvCxnSpPr>
          <p:spPr>
            <a:xfrm flipH="1">
              <a:off x="8779700" y="4349200"/>
              <a:ext cx="358200" cy="815400"/>
            </a:xfrm>
            <a:prstGeom prst="straightConnector1">
              <a:avLst/>
            </a:prstGeom>
            <a:noFill/>
            <a:ln cap="flat" cmpd="sng" w="9525">
              <a:solidFill>
                <a:schemeClr val="lt1"/>
              </a:solidFill>
              <a:prstDash val="solid"/>
              <a:round/>
              <a:headEnd len="sm" w="sm" type="none"/>
              <a:tailEnd len="sm" w="sm" type="none"/>
            </a:ln>
          </p:spPr>
        </p:cxnSp>
      </p:grpSp>
      <p:sp>
        <p:nvSpPr>
          <p:cNvPr id="279" name="Google Shape;279;p12"/>
          <p:cNvSpPr txBox="1"/>
          <p:nvPr>
            <p:ph idx="2" type="body"/>
          </p:nvPr>
        </p:nvSpPr>
        <p:spPr>
          <a:xfrm rot="124964">
            <a:off x="5014631" y="765881"/>
            <a:ext cx="1890349" cy="1486281"/>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280" name="Google Shape;280;p12"/>
          <p:cNvSpPr txBox="1"/>
          <p:nvPr>
            <p:ph idx="3" type="body"/>
          </p:nvPr>
        </p:nvSpPr>
        <p:spPr>
          <a:xfrm rot="351430">
            <a:off x="3021711" y="3296608"/>
            <a:ext cx="1890268" cy="1486173"/>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800"/>
              </a:spcBef>
              <a:spcAft>
                <a:spcPts val="80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281" name="Google Shape;281;p12"/>
          <p:cNvSpPr txBox="1"/>
          <p:nvPr>
            <p:ph idx="4" type="body"/>
          </p:nvPr>
        </p:nvSpPr>
        <p:spPr>
          <a:xfrm rot="3819">
            <a:off x="6728901" y="3168092"/>
            <a:ext cx="1890601" cy="1485901"/>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282" name="Google Shape;282;p12"/>
          <p:cNvSpPr txBox="1"/>
          <p:nvPr>
            <p:ph type="title"/>
          </p:nvPr>
        </p:nvSpPr>
        <p:spPr>
          <a:xfrm>
            <a:off x="513300" y="375350"/>
            <a:ext cx="2796300" cy="651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b="0" sz="2400">
                <a:solidFill>
                  <a:schemeClr val="dk1"/>
                </a:solidFill>
              </a:defRPr>
            </a:lvl1pPr>
            <a:lvl2pPr lvl="1">
              <a:spcBef>
                <a:spcPts val="0"/>
              </a:spcBef>
              <a:spcAft>
                <a:spcPts val="0"/>
              </a:spcAft>
              <a:buClr>
                <a:schemeClr val="lt1"/>
              </a:buClr>
              <a:buSzPts val="2400"/>
              <a:buNone/>
              <a:defRPr sz="2400"/>
            </a:lvl2pPr>
            <a:lvl3pPr lvl="2">
              <a:spcBef>
                <a:spcPts val="0"/>
              </a:spcBef>
              <a:spcAft>
                <a:spcPts val="0"/>
              </a:spcAft>
              <a:buClr>
                <a:schemeClr val="lt1"/>
              </a:buClr>
              <a:buSzPts val="2400"/>
              <a:buNone/>
              <a:defRPr sz="2400"/>
            </a:lvl3pPr>
            <a:lvl4pPr lvl="3">
              <a:spcBef>
                <a:spcPts val="0"/>
              </a:spcBef>
              <a:spcAft>
                <a:spcPts val="0"/>
              </a:spcAft>
              <a:buClr>
                <a:schemeClr val="lt1"/>
              </a:buClr>
              <a:buSzPts val="2400"/>
              <a:buNone/>
              <a:defRPr sz="2400"/>
            </a:lvl4pPr>
            <a:lvl5pPr lvl="4">
              <a:spcBef>
                <a:spcPts val="0"/>
              </a:spcBef>
              <a:spcAft>
                <a:spcPts val="0"/>
              </a:spcAft>
              <a:buClr>
                <a:schemeClr val="lt1"/>
              </a:buClr>
              <a:buSzPts val="2400"/>
              <a:buNone/>
              <a:defRPr sz="2400"/>
            </a:lvl5pPr>
            <a:lvl6pPr lvl="5">
              <a:spcBef>
                <a:spcPts val="0"/>
              </a:spcBef>
              <a:spcAft>
                <a:spcPts val="0"/>
              </a:spcAft>
              <a:buClr>
                <a:schemeClr val="lt1"/>
              </a:buClr>
              <a:buSzPts val="2400"/>
              <a:buNone/>
              <a:defRPr sz="2400"/>
            </a:lvl6pPr>
            <a:lvl7pPr lvl="6">
              <a:spcBef>
                <a:spcPts val="0"/>
              </a:spcBef>
              <a:spcAft>
                <a:spcPts val="0"/>
              </a:spcAft>
              <a:buClr>
                <a:schemeClr val="lt1"/>
              </a:buClr>
              <a:buSzPts val="2400"/>
              <a:buNone/>
              <a:defRPr sz="2400"/>
            </a:lvl7pPr>
            <a:lvl8pPr lvl="7">
              <a:spcBef>
                <a:spcPts val="0"/>
              </a:spcBef>
              <a:spcAft>
                <a:spcPts val="0"/>
              </a:spcAft>
              <a:buClr>
                <a:schemeClr val="lt1"/>
              </a:buClr>
              <a:buSzPts val="2400"/>
              <a:buNone/>
              <a:defRPr sz="2400"/>
            </a:lvl8pPr>
            <a:lvl9pPr lvl="8">
              <a:spcBef>
                <a:spcPts val="0"/>
              </a:spcBef>
              <a:spcAft>
                <a:spcPts val="0"/>
              </a:spcAft>
              <a:buClr>
                <a:schemeClr val="lt1"/>
              </a:buClr>
              <a:buSzPts val="2400"/>
              <a:buNone/>
              <a:defRPr sz="2400"/>
            </a:lvl9pPr>
          </a:lstStyle>
          <a:p/>
        </p:txBody>
      </p:sp>
      <p:sp>
        <p:nvSpPr>
          <p:cNvPr id="283" name="Google Shape;283;p12"/>
          <p:cNvSpPr txBox="1"/>
          <p:nvPr>
            <p:ph idx="5" type="subTitle"/>
          </p:nvPr>
        </p:nvSpPr>
        <p:spPr>
          <a:xfrm rot="-226014">
            <a:off x="619152" y="1527866"/>
            <a:ext cx="1890484" cy="547784"/>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284" name="Google Shape;284;p12"/>
          <p:cNvSpPr txBox="1"/>
          <p:nvPr>
            <p:ph idx="6" type="subTitle"/>
          </p:nvPr>
        </p:nvSpPr>
        <p:spPr>
          <a:xfrm rot="126162">
            <a:off x="5024491" y="108292"/>
            <a:ext cx="1970527" cy="549668"/>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285" name="Google Shape;285;p12"/>
          <p:cNvSpPr txBox="1"/>
          <p:nvPr>
            <p:ph idx="7" type="subTitle"/>
          </p:nvPr>
        </p:nvSpPr>
        <p:spPr>
          <a:xfrm rot="348762">
            <a:off x="3115150" y="2659506"/>
            <a:ext cx="1943191" cy="546097"/>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286" name="Google Shape;286;p12"/>
          <p:cNvSpPr txBox="1"/>
          <p:nvPr>
            <p:ph idx="8" type="subTitle"/>
          </p:nvPr>
        </p:nvSpPr>
        <p:spPr>
          <a:xfrm rot="-59757">
            <a:off x="6687978" y="2476634"/>
            <a:ext cx="1915789" cy="549684"/>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BLANK_1_1_1_1_1_1_1_1">
    <p:bg>
      <p:bgPr>
        <a:solidFill>
          <a:schemeClr val="lt1"/>
        </a:solidFill>
      </p:bgPr>
    </p:bg>
    <p:spTree>
      <p:nvGrpSpPr>
        <p:cNvPr id="287" name="Shape 287"/>
        <p:cNvGrpSpPr/>
        <p:nvPr/>
      </p:nvGrpSpPr>
      <p:grpSpPr>
        <a:xfrm>
          <a:off x="0" y="0"/>
          <a:ext cx="0" cy="0"/>
          <a:chOff x="0" y="0"/>
          <a:chExt cx="0" cy="0"/>
        </a:xfrm>
      </p:grpSpPr>
      <p:sp>
        <p:nvSpPr>
          <p:cNvPr id="288" name="Google Shape;288;p13"/>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3000"/>
              <a:buNone/>
              <a:defRPr b="0">
                <a:solidFill>
                  <a:schemeClr val="dk1"/>
                </a:solidFill>
              </a:defRPr>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p:txBody>
      </p:sp>
      <p:sp>
        <p:nvSpPr>
          <p:cNvPr id="289" name="Google Shape;289;p13"/>
          <p:cNvSpPr txBox="1"/>
          <p:nvPr/>
        </p:nvSpPr>
        <p:spPr>
          <a:xfrm>
            <a:off x="5712000" y="3474850"/>
            <a:ext cx="732900" cy="366600"/>
          </a:xfrm>
          <a:prstGeom prst="rect">
            <a:avLst/>
          </a:prstGeom>
          <a:noFill/>
          <a:ln>
            <a:noFill/>
          </a:ln>
        </p:spPr>
        <p:txBody>
          <a:bodyPr anchorCtr="0" anchor="t" bIns="91425" lIns="0" spcFirstLastPara="1" rIns="91425" wrap="square" tIns="91425">
            <a:noAutofit/>
          </a:bodyPr>
          <a:lstStyle/>
          <a:p>
            <a:pPr indent="0" lvl="0" marL="0" rtl="0" algn="l">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i="1" sz="7200">
              <a:solidFill>
                <a:schemeClr val="lt1"/>
              </a:solidFill>
              <a:latin typeface="Manrope ExtraBold"/>
              <a:ea typeface="Manrope ExtraBold"/>
              <a:cs typeface="Manrope ExtraBold"/>
              <a:sym typeface="Manrope ExtraBold"/>
            </a:endParaRPr>
          </a:p>
        </p:txBody>
      </p:sp>
      <p:sp>
        <p:nvSpPr>
          <p:cNvPr id="290" name="Google Shape;290;p13"/>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Clr>
                <a:schemeClr val="dk1"/>
              </a:buClr>
              <a:buSzPts val="1200"/>
              <a:buNone/>
              <a:defRPr>
                <a:solidFill>
                  <a:schemeClr val="dk1"/>
                </a:solidFill>
              </a:defRPr>
            </a:lvl1pPr>
            <a:lvl2pPr indent="-228600" lvl="1" marL="914400">
              <a:lnSpc>
                <a:spcPct val="100000"/>
              </a:lnSpc>
              <a:spcBef>
                <a:spcPts val="0"/>
              </a:spcBef>
              <a:spcAft>
                <a:spcPts val="0"/>
              </a:spcAft>
              <a:buClr>
                <a:schemeClr val="dk1"/>
              </a:buClr>
              <a:buSzPts val="1200"/>
              <a:buNone/>
              <a:defRPr>
                <a:solidFill>
                  <a:schemeClr val="dk1"/>
                </a:solidFill>
              </a:defRPr>
            </a:lvl2pPr>
            <a:lvl3pPr indent="-228600" lvl="2" marL="1371600">
              <a:lnSpc>
                <a:spcPct val="100000"/>
              </a:lnSpc>
              <a:spcBef>
                <a:spcPts val="0"/>
              </a:spcBef>
              <a:spcAft>
                <a:spcPts val="0"/>
              </a:spcAft>
              <a:buClr>
                <a:schemeClr val="dk1"/>
              </a:buClr>
              <a:buSzPts val="1200"/>
              <a:buNone/>
              <a:defRPr>
                <a:solidFill>
                  <a:schemeClr val="dk1"/>
                </a:solidFill>
              </a:defRPr>
            </a:lvl3pPr>
            <a:lvl4pPr indent="-228600" lvl="3" marL="1828800">
              <a:lnSpc>
                <a:spcPct val="100000"/>
              </a:lnSpc>
              <a:spcBef>
                <a:spcPts val="0"/>
              </a:spcBef>
              <a:spcAft>
                <a:spcPts val="0"/>
              </a:spcAft>
              <a:buClr>
                <a:schemeClr val="dk1"/>
              </a:buClr>
              <a:buSzPts val="1200"/>
              <a:buNone/>
              <a:defRPr>
                <a:solidFill>
                  <a:schemeClr val="dk1"/>
                </a:solidFill>
              </a:defRPr>
            </a:lvl4pPr>
            <a:lvl5pPr indent="-228600" lvl="4" marL="2286000">
              <a:lnSpc>
                <a:spcPct val="100000"/>
              </a:lnSpc>
              <a:spcBef>
                <a:spcPts val="0"/>
              </a:spcBef>
              <a:spcAft>
                <a:spcPts val="0"/>
              </a:spcAft>
              <a:buClr>
                <a:schemeClr val="dk1"/>
              </a:buClr>
              <a:buSzPts val="1200"/>
              <a:buNone/>
              <a:defRPr>
                <a:solidFill>
                  <a:schemeClr val="dk1"/>
                </a:solidFill>
              </a:defRPr>
            </a:lvl5pPr>
            <a:lvl6pPr indent="-228600" lvl="5" marL="2743200">
              <a:lnSpc>
                <a:spcPct val="100000"/>
              </a:lnSpc>
              <a:spcBef>
                <a:spcPts val="0"/>
              </a:spcBef>
              <a:spcAft>
                <a:spcPts val="0"/>
              </a:spcAft>
              <a:buClr>
                <a:schemeClr val="dk1"/>
              </a:buClr>
              <a:buSzPts val="1200"/>
              <a:buNone/>
              <a:defRPr>
                <a:solidFill>
                  <a:schemeClr val="dk1"/>
                </a:solidFill>
              </a:defRPr>
            </a:lvl6pPr>
            <a:lvl7pPr indent="-228600" lvl="6" marL="3200400">
              <a:lnSpc>
                <a:spcPct val="100000"/>
              </a:lnSpc>
              <a:spcBef>
                <a:spcPts val="0"/>
              </a:spcBef>
              <a:spcAft>
                <a:spcPts val="0"/>
              </a:spcAft>
              <a:buClr>
                <a:schemeClr val="dk1"/>
              </a:buClr>
              <a:buSzPts val="1200"/>
              <a:buNone/>
              <a:defRPr>
                <a:solidFill>
                  <a:schemeClr val="dk1"/>
                </a:solidFill>
              </a:defRPr>
            </a:lvl7pPr>
            <a:lvl8pPr indent="-228600" lvl="7" marL="3657600">
              <a:lnSpc>
                <a:spcPct val="100000"/>
              </a:lnSpc>
              <a:spcBef>
                <a:spcPts val="0"/>
              </a:spcBef>
              <a:spcAft>
                <a:spcPts val="0"/>
              </a:spcAft>
              <a:buClr>
                <a:schemeClr val="dk1"/>
              </a:buClr>
              <a:buSzPts val="1200"/>
              <a:buNone/>
              <a:defRPr>
                <a:solidFill>
                  <a:schemeClr val="dk1"/>
                </a:solidFill>
              </a:defRPr>
            </a:lvl8pPr>
            <a:lvl9pPr indent="-228600" lvl="8" marL="4114800">
              <a:lnSpc>
                <a:spcPct val="100000"/>
              </a:lnSpc>
              <a:spcBef>
                <a:spcPts val="0"/>
              </a:spcBef>
              <a:spcAft>
                <a:spcPts val="0"/>
              </a:spcAft>
              <a:buClr>
                <a:schemeClr val="dk1"/>
              </a:buClr>
              <a:buSzPts val="1200"/>
              <a:buNone/>
              <a:defRPr>
                <a:solidFill>
                  <a:schemeClr val="dk1"/>
                </a:solidFill>
              </a:defRPr>
            </a:lvl9pPr>
          </a:lstStyle>
          <a:p/>
        </p:txBody>
      </p:sp>
      <p:sp>
        <p:nvSpPr>
          <p:cNvPr id="291" name="Google Shape;291;p13"/>
          <p:cNvSpPr txBox="1"/>
          <p:nvPr>
            <p:ph idx="2" type="title"/>
          </p:nvPr>
        </p:nvSpPr>
        <p:spPr>
          <a:xfrm rot="-173518">
            <a:off x="5146753" y="4343806"/>
            <a:ext cx="1974114" cy="245408"/>
          </a:xfrm>
          <a:prstGeom prst="rect">
            <a:avLst/>
          </a:prstGeom>
          <a:solidFill>
            <a:schemeClr val="dk1"/>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000"/>
              <a:buFont typeface="Manrope"/>
              <a:buNone/>
              <a:defRPr b="0" sz="1000">
                <a:latin typeface="Manrope"/>
                <a:ea typeface="Manrope"/>
                <a:cs typeface="Manrope"/>
                <a:sym typeface="Manrope"/>
              </a:defRPr>
            </a:lvl1pPr>
            <a:lvl2pPr lvl="1">
              <a:spcBef>
                <a:spcPts val="0"/>
              </a:spcBef>
              <a:spcAft>
                <a:spcPts val="0"/>
              </a:spcAft>
              <a:buClr>
                <a:schemeClr val="lt1"/>
              </a:buClr>
              <a:buSzPts val="1400"/>
              <a:buFont typeface="Manrope"/>
              <a:buNone/>
              <a:defRPr>
                <a:latin typeface="Manrope"/>
                <a:ea typeface="Manrope"/>
                <a:cs typeface="Manrope"/>
                <a:sym typeface="Manrope"/>
              </a:defRPr>
            </a:lvl2pPr>
            <a:lvl3pPr lvl="2">
              <a:spcBef>
                <a:spcPts val="0"/>
              </a:spcBef>
              <a:spcAft>
                <a:spcPts val="0"/>
              </a:spcAft>
              <a:buClr>
                <a:schemeClr val="lt1"/>
              </a:buClr>
              <a:buSzPts val="1400"/>
              <a:buFont typeface="Manrope"/>
              <a:buNone/>
              <a:defRPr>
                <a:latin typeface="Manrope"/>
                <a:ea typeface="Manrope"/>
                <a:cs typeface="Manrope"/>
                <a:sym typeface="Manrope"/>
              </a:defRPr>
            </a:lvl3pPr>
            <a:lvl4pPr lvl="3">
              <a:spcBef>
                <a:spcPts val="0"/>
              </a:spcBef>
              <a:spcAft>
                <a:spcPts val="0"/>
              </a:spcAft>
              <a:buClr>
                <a:schemeClr val="lt1"/>
              </a:buClr>
              <a:buSzPts val="1400"/>
              <a:buFont typeface="Manrope"/>
              <a:buNone/>
              <a:defRPr>
                <a:latin typeface="Manrope"/>
                <a:ea typeface="Manrope"/>
                <a:cs typeface="Manrope"/>
                <a:sym typeface="Manrope"/>
              </a:defRPr>
            </a:lvl4pPr>
            <a:lvl5pPr lvl="4">
              <a:spcBef>
                <a:spcPts val="0"/>
              </a:spcBef>
              <a:spcAft>
                <a:spcPts val="0"/>
              </a:spcAft>
              <a:buClr>
                <a:schemeClr val="lt1"/>
              </a:buClr>
              <a:buSzPts val="1400"/>
              <a:buFont typeface="Manrope"/>
              <a:buNone/>
              <a:defRPr>
                <a:latin typeface="Manrope"/>
                <a:ea typeface="Manrope"/>
                <a:cs typeface="Manrope"/>
                <a:sym typeface="Manrope"/>
              </a:defRPr>
            </a:lvl5pPr>
            <a:lvl6pPr lvl="5">
              <a:spcBef>
                <a:spcPts val="0"/>
              </a:spcBef>
              <a:spcAft>
                <a:spcPts val="0"/>
              </a:spcAft>
              <a:buClr>
                <a:schemeClr val="lt1"/>
              </a:buClr>
              <a:buSzPts val="1400"/>
              <a:buFont typeface="Manrope"/>
              <a:buNone/>
              <a:defRPr>
                <a:latin typeface="Manrope"/>
                <a:ea typeface="Manrope"/>
                <a:cs typeface="Manrope"/>
                <a:sym typeface="Manrope"/>
              </a:defRPr>
            </a:lvl6pPr>
            <a:lvl7pPr lvl="6">
              <a:spcBef>
                <a:spcPts val="0"/>
              </a:spcBef>
              <a:spcAft>
                <a:spcPts val="0"/>
              </a:spcAft>
              <a:buClr>
                <a:schemeClr val="lt1"/>
              </a:buClr>
              <a:buSzPts val="1400"/>
              <a:buFont typeface="Manrope"/>
              <a:buNone/>
              <a:defRPr>
                <a:latin typeface="Manrope"/>
                <a:ea typeface="Manrope"/>
                <a:cs typeface="Manrope"/>
                <a:sym typeface="Manrope"/>
              </a:defRPr>
            </a:lvl7pPr>
            <a:lvl8pPr lvl="7">
              <a:spcBef>
                <a:spcPts val="0"/>
              </a:spcBef>
              <a:spcAft>
                <a:spcPts val="0"/>
              </a:spcAft>
              <a:buClr>
                <a:schemeClr val="lt1"/>
              </a:buClr>
              <a:buSzPts val="1400"/>
              <a:buFont typeface="Manrope"/>
              <a:buNone/>
              <a:defRPr>
                <a:latin typeface="Manrope"/>
                <a:ea typeface="Manrope"/>
                <a:cs typeface="Manrope"/>
                <a:sym typeface="Manrope"/>
              </a:defRPr>
            </a:lvl8pPr>
            <a:lvl9pPr lvl="8">
              <a:spcBef>
                <a:spcPts val="0"/>
              </a:spcBef>
              <a:spcAft>
                <a:spcPts val="0"/>
              </a:spcAft>
              <a:buClr>
                <a:schemeClr val="lt1"/>
              </a:buClr>
              <a:buSzPts val="1400"/>
              <a:buFont typeface="Manrope"/>
              <a:buNone/>
              <a:defRPr>
                <a:latin typeface="Manrope"/>
                <a:ea typeface="Manrope"/>
                <a:cs typeface="Manrope"/>
                <a:sym typeface="Manrope"/>
              </a:defRPr>
            </a:lvl9pPr>
          </a:lstStyle>
          <a:p/>
        </p:txBody>
      </p:sp>
      <p:sp>
        <p:nvSpPr>
          <p:cNvPr id="292" name="Google Shape;292;p13"/>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93" name="Google Shape;293;p13"/>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94" name="Google Shape;294;p13"/>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95" name="Google Shape;295;p13"/>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296" name="Google Shape;296;p13"/>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297" name="Google Shape;297;p13"/>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298" name="Google Shape;298;p13"/>
          <p:cNvSpPr txBox="1"/>
          <p:nvPr>
            <p:ph idx="3" type="title"/>
          </p:nvPr>
        </p:nvSpPr>
        <p:spPr>
          <a:xfrm rot="-130161">
            <a:off x="5805931" y="3651002"/>
            <a:ext cx="2662908" cy="733131"/>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000"/>
              <a:buNone/>
              <a:defRPr sz="1000">
                <a:solidFill>
                  <a:schemeClr val="dk1"/>
                </a:solidFill>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BLANK_1_1_1_1_1_1_1_1_2">
    <p:spTree>
      <p:nvGrpSpPr>
        <p:cNvPr id="299" name="Shape 299"/>
        <p:cNvGrpSpPr/>
        <p:nvPr/>
      </p:nvGrpSpPr>
      <p:grpSpPr>
        <a:xfrm>
          <a:off x="0" y="0"/>
          <a:ext cx="0" cy="0"/>
          <a:chOff x="0" y="0"/>
          <a:chExt cx="0" cy="0"/>
        </a:xfrm>
      </p:grpSpPr>
      <p:grpSp>
        <p:nvGrpSpPr>
          <p:cNvPr id="300" name="Google Shape;300;p14"/>
          <p:cNvGrpSpPr/>
          <p:nvPr/>
        </p:nvGrpSpPr>
        <p:grpSpPr>
          <a:xfrm>
            <a:off x="0" y="-6300"/>
            <a:ext cx="9143705" cy="5150040"/>
            <a:chOff x="11751" y="-6300"/>
            <a:chExt cx="9190577" cy="5150040"/>
          </a:xfrm>
        </p:grpSpPr>
        <p:grpSp>
          <p:nvGrpSpPr>
            <p:cNvPr id="301" name="Google Shape;301;p14"/>
            <p:cNvGrpSpPr/>
            <p:nvPr/>
          </p:nvGrpSpPr>
          <p:grpSpPr>
            <a:xfrm>
              <a:off x="11751" y="-6300"/>
              <a:ext cx="4777902" cy="2703033"/>
              <a:chOff x="11750" y="-6290"/>
              <a:chExt cx="9125100" cy="5162400"/>
            </a:xfrm>
          </p:grpSpPr>
          <p:cxnSp>
            <p:nvCxnSpPr>
              <p:cNvPr id="302" name="Google Shape;302;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03" name="Google Shape;303;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04" name="Google Shape;304;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05" name="Google Shape;305;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06" name="Google Shape;306;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07" name="Google Shape;307;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08" name="Google Shape;308;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09" name="Google Shape;309;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10" name="Google Shape;310;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11" name="Google Shape;311;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12" name="Google Shape;312;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13" name="Google Shape;313;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14" name="Google Shape;314;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15" name="Google Shape;315;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16" name="Google Shape;316;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17" name="Google Shape;317;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18" name="Google Shape;318;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19" name="Google Shape;319;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20" name="Google Shape;320;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21" name="Google Shape;321;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22" name="Google Shape;322;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23" name="Google Shape;323;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324" name="Google Shape;324;p14"/>
            <p:cNvGrpSpPr/>
            <p:nvPr/>
          </p:nvGrpSpPr>
          <p:grpSpPr>
            <a:xfrm>
              <a:off x="11751" y="2440707"/>
              <a:ext cx="4777902" cy="2703033"/>
              <a:chOff x="11750" y="-6290"/>
              <a:chExt cx="9125100" cy="5162400"/>
            </a:xfrm>
          </p:grpSpPr>
          <p:cxnSp>
            <p:nvCxnSpPr>
              <p:cNvPr id="325" name="Google Shape;325;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26" name="Google Shape;326;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27" name="Google Shape;327;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28" name="Google Shape;328;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29" name="Google Shape;329;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30" name="Google Shape;330;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31" name="Google Shape;331;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32" name="Google Shape;332;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33" name="Google Shape;333;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34" name="Google Shape;334;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35" name="Google Shape;335;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36" name="Google Shape;336;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37" name="Google Shape;337;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38" name="Google Shape;338;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39" name="Google Shape;339;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40" name="Google Shape;340;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41" name="Google Shape;341;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42" name="Google Shape;342;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43" name="Google Shape;343;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44" name="Google Shape;344;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45" name="Google Shape;345;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46" name="Google Shape;346;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347" name="Google Shape;347;p14"/>
            <p:cNvGrpSpPr/>
            <p:nvPr/>
          </p:nvGrpSpPr>
          <p:grpSpPr>
            <a:xfrm>
              <a:off x="4424426" y="-6300"/>
              <a:ext cx="4777902" cy="2703033"/>
              <a:chOff x="11750" y="-6290"/>
              <a:chExt cx="9125100" cy="5162400"/>
            </a:xfrm>
          </p:grpSpPr>
          <p:cxnSp>
            <p:nvCxnSpPr>
              <p:cNvPr id="348" name="Google Shape;348;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49" name="Google Shape;349;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0" name="Google Shape;350;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1" name="Google Shape;351;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2" name="Google Shape;352;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3" name="Google Shape;353;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4" name="Google Shape;354;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5" name="Google Shape;355;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6" name="Google Shape;356;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7" name="Google Shape;357;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8" name="Google Shape;358;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9" name="Google Shape;359;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60" name="Google Shape;360;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1" name="Google Shape;361;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2" name="Google Shape;362;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3" name="Google Shape;363;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4" name="Google Shape;364;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5" name="Google Shape;365;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6" name="Google Shape;366;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7" name="Google Shape;367;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8" name="Google Shape;368;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9" name="Google Shape;369;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370" name="Google Shape;370;p14"/>
            <p:cNvGrpSpPr/>
            <p:nvPr/>
          </p:nvGrpSpPr>
          <p:grpSpPr>
            <a:xfrm>
              <a:off x="4424426" y="2440707"/>
              <a:ext cx="4777902" cy="2703033"/>
              <a:chOff x="11750" y="-6290"/>
              <a:chExt cx="9125100" cy="5162400"/>
            </a:xfrm>
          </p:grpSpPr>
          <p:cxnSp>
            <p:nvCxnSpPr>
              <p:cNvPr id="371" name="Google Shape;371;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2" name="Google Shape;372;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3" name="Google Shape;373;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4" name="Google Shape;374;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5" name="Google Shape;375;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6" name="Google Shape;376;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7" name="Google Shape;377;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8" name="Google Shape;378;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9" name="Google Shape;379;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0" name="Google Shape;380;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1" name="Google Shape;381;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2" name="Google Shape;382;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3" name="Google Shape;383;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4" name="Google Shape;384;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5" name="Google Shape;385;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6" name="Google Shape;386;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7" name="Google Shape;387;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8" name="Google Shape;388;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9" name="Google Shape;389;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90" name="Google Shape;390;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91" name="Google Shape;391;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92" name="Google Shape;392;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393" name="Google Shape;393;p14"/>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3000"/>
              <a:buNone/>
              <a:defRPr b="0"/>
            </a:lvl1pPr>
            <a:lvl2pPr lvl="1">
              <a:lnSpc>
                <a:spcPct val="100000"/>
              </a:lnSpc>
              <a:spcBef>
                <a:spcPts val="0"/>
              </a:spcBef>
              <a:spcAft>
                <a:spcPts val="0"/>
              </a:spcAft>
              <a:buClr>
                <a:schemeClr val="lt1"/>
              </a:buClr>
              <a:buSzPts val="1400"/>
              <a:buNone/>
              <a:defRPr/>
            </a:lvl2pPr>
            <a:lvl3pPr lvl="2">
              <a:lnSpc>
                <a:spcPct val="100000"/>
              </a:lnSpc>
              <a:spcBef>
                <a:spcPts val="0"/>
              </a:spcBef>
              <a:spcAft>
                <a:spcPts val="0"/>
              </a:spcAft>
              <a:buClr>
                <a:schemeClr val="lt1"/>
              </a:buClr>
              <a:buSzPts val="1400"/>
              <a:buNone/>
              <a:defRPr/>
            </a:lvl3pPr>
            <a:lvl4pPr lvl="3">
              <a:lnSpc>
                <a:spcPct val="100000"/>
              </a:lnSpc>
              <a:spcBef>
                <a:spcPts val="0"/>
              </a:spcBef>
              <a:spcAft>
                <a:spcPts val="0"/>
              </a:spcAft>
              <a:buClr>
                <a:schemeClr val="lt1"/>
              </a:buClr>
              <a:buSzPts val="1400"/>
              <a:buNone/>
              <a:defRPr/>
            </a:lvl4pPr>
            <a:lvl5pPr lvl="4">
              <a:lnSpc>
                <a:spcPct val="100000"/>
              </a:lnSpc>
              <a:spcBef>
                <a:spcPts val="0"/>
              </a:spcBef>
              <a:spcAft>
                <a:spcPts val="0"/>
              </a:spcAft>
              <a:buClr>
                <a:schemeClr val="lt1"/>
              </a:buClr>
              <a:buSzPts val="1400"/>
              <a:buNone/>
              <a:defRPr/>
            </a:lvl5pPr>
            <a:lvl6pPr lvl="5">
              <a:lnSpc>
                <a:spcPct val="100000"/>
              </a:lnSpc>
              <a:spcBef>
                <a:spcPts val="0"/>
              </a:spcBef>
              <a:spcAft>
                <a:spcPts val="0"/>
              </a:spcAft>
              <a:buClr>
                <a:schemeClr val="lt1"/>
              </a:buClr>
              <a:buSzPts val="1400"/>
              <a:buNone/>
              <a:defRPr/>
            </a:lvl6pPr>
            <a:lvl7pPr lvl="6">
              <a:lnSpc>
                <a:spcPct val="100000"/>
              </a:lnSpc>
              <a:spcBef>
                <a:spcPts val="0"/>
              </a:spcBef>
              <a:spcAft>
                <a:spcPts val="0"/>
              </a:spcAft>
              <a:buClr>
                <a:schemeClr val="lt1"/>
              </a:buClr>
              <a:buSzPts val="1400"/>
              <a:buNone/>
              <a:defRPr/>
            </a:lvl7pPr>
            <a:lvl8pPr lvl="7">
              <a:lnSpc>
                <a:spcPct val="100000"/>
              </a:lnSpc>
              <a:spcBef>
                <a:spcPts val="0"/>
              </a:spcBef>
              <a:spcAft>
                <a:spcPts val="0"/>
              </a:spcAft>
              <a:buClr>
                <a:schemeClr val="lt1"/>
              </a:buClr>
              <a:buSzPts val="1400"/>
              <a:buNone/>
              <a:defRPr/>
            </a:lvl8pPr>
            <a:lvl9pPr lvl="8">
              <a:lnSpc>
                <a:spcPct val="100000"/>
              </a:lnSpc>
              <a:spcBef>
                <a:spcPts val="0"/>
              </a:spcBef>
              <a:spcAft>
                <a:spcPts val="0"/>
              </a:spcAft>
              <a:buClr>
                <a:schemeClr val="lt1"/>
              </a:buClr>
              <a:buSzPts val="1400"/>
              <a:buNone/>
              <a:defRPr/>
            </a:lvl9pPr>
          </a:lstStyle>
          <a:p/>
        </p:txBody>
      </p:sp>
      <p:sp>
        <p:nvSpPr>
          <p:cNvPr id="394" name="Google Shape;394;p14"/>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200"/>
              <a:buNone/>
              <a:defRPr/>
            </a:lvl1pPr>
            <a:lvl2pPr indent="-228600" lvl="1" marL="914400">
              <a:lnSpc>
                <a:spcPct val="100000"/>
              </a:lnSpc>
              <a:spcBef>
                <a:spcPts val="0"/>
              </a:spcBef>
              <a:spcAft>
                <a:spcPts val="0"/>
              </a:spcAft>
              <a:buSzPts val="1200"/>
              <a:buNone/>
              <a:defRPr/>
            </a:lvl2pPr>
            <a:lvl3pPr indent="-228600" lvl="2" marL="1371600">
              <a:lnSpc>
                <a:spcPct val="100000"/>
              </a:lnSpc>
              <a:spcBef>
                <a:spcPts val="0"/>
              </a:spcBef>
              <a:spcAft>
                <a:spcPts val="0"/>
              </a:spcAft>
              <a:buSzPts val="1200"/>
              <a:buNone/>
              <a:defRPr/>
            </a:lvl3pPr>
            <a:lvl4pPr indent="-228600" lvl="3" marL="1828800">
              <a:lnSpc>
                <a:spcPct val="100000"/>
              </a:lnSpc>
              <a:spcBef>
                <a:spcPts val="0"/>
              </a:spcBef>
              <a:spcAft>
                <a:spcPts val="0"/>
              </a:spcAft>
              <a:buSzPts val="1200"/>
              <a:buNone/>
              <a:defRPr/>
            </a:lvl4pPr>
            <a:lvl5pPr indent="-228600" lvl="4" marL="2286000">
              <a:lnSpc>
                <a:spcPct val="100000"/>
              </a:lnSpc>
              <a:spcBef>
                <a:spcPts val="0"/>
              </a:spcBef>
              <a:spcAft>
                <a:spcPts val="0"/>
              </a:spcAft>
              <a:buSzPts val="1200"/>
              <a:buNone/>
              <a:defRPr/>
            </a:lvl5pPr>
            <a:lvl6pPr indent="-228600" lvl="5" marL="2743200">
              <a:lnSpc>
                <a:spcPct val="100000"/>
              </a:lnSpc>
              <a:spcBef>
                <a:spcPts val="0"/>
              </a:spcBef>
              <a:spcAft>
                <a:spcPts val="0"/>
              </a:spcAft>
              <a:buSzPts val="1200"/>
              <a:buNone/>
              <a:defRPr/>
            </a:lvl6pPr>
            <a:lvl7pPr indent="-228600" lvl="6" marL="3200400">
              <a:lnSpc>
                <a:spcPct val="100000"/>
              </a:lnSpc>
              <a:spcBef>
                <a:spcPts val="0"/>
              </a:spcBef>
              <a:spcAft>
                <a:spcPts val="0"/>
              </a:spcAft>
              <a:buSzPts val="1200"/>
              <a:buNone/>
              <a:defRPr/>
            </a:lvl7pPr>
            <a:lvl8pPr indent="-228600" lvl="7" marL="3657600">
              <a:lnSpc>
                <a:spcPct val="100000"/>
              </a:lnSpc>
              <a:spcBef>
                <a:spcPts val="0"/>
              </a:spcBef>
              <a:spcAft>
                <a:spcPts val="0"/>
              </a:spcAft>
              <a:buSzPts val="1200"/>
              <a:buNone/>
              <a:defRPr/>
            </a:lvl8pPr>
            <a:lvl9pPr indent="-228600" lvl="8" marL="4114800">
              <a:lnSpc>
                <a:spcPct val="100000"/>
              </a:lnSpc>
              <a:spcBef>
                <a:spcPts val="0"/>
              </a:spcBef>
              <a:spcAft>
                <a:spcPts val="0"/>
              </a:spcAft>
              <a:buSzPts val="1200"/>
              <a:buNone/>
              <a:defRPr/>
            </a:lvl9pPr>
          </a:lstStyle>
          <a:p/>
        </p:txBody>
      </p:sp>
      <p:sp>
        <p:nvSpPr>
          <p:cNvPr id="395" name="Google Shape;395;p14"/>
          <p:cNvSpPr txBox="1"/>
          <p:nvPr>
            <p:ph idx="2" type="title"/>
          </p:nvPr>
        </p:nvSpPr>
        <p:spPr>
          <a:xfrm rot="-173518">
            <a:off x="5146753" y="4388081"/>
            <a:ext cx="1974114" cy="245408"/>
          </a:xfrm>
          <a:prstGeom prst="rect">
            <a:avLst/>
          </a:prstGeom>
          <a:solidFill>
            <a:schemeClr val="accent6"/>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96" name="Google Shape;396;p14"/>
          <p:cNvSpPr txBox="1"/>
          <p:nvPr>
            <p:ph idx="3" type="title"/>
          </p:nvPr>
        </p:nvSpPr>
        <p:spPr>
          <a:xfrm rot="-130161">
            <a:off x="5801505" y="3629872"/>
            <a:ext cx="2662908" cy="632256"/>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BLANK_1_1_1_1_1_1_1">
    <p:spTree>
      <p:nvGrpSpPr>
        <p:cNvPr id="397" name="Shape 397"/>
        <p:cNvGrpSpPr/>
        <p:nvPr/>
      </p:nvGrpSpPr>
      <p:grpSpPr>
        <a:xfrm>
          <a:off x="0" y="0"/>
          <a:ext cx="0" cy="0"/>
          <a:chOff x="0" y="0"/>
          <a:chExt cx="0" cy="0"/>
        </a:xfrm>
      </p:grpSpPr>
      <p:grpSp>
        <p:nvGrpSpPr>
          <p:cNvPr id="398" name="Google Shape;398;p15"/>
          <p:cNvGrpSpPr/>
          <p:nvPr/>
        </p:nvGrpSpPr>
        <p:grpSpPr>
          <a:xfrm>
            <a:off x="0" y="939481"/>
            <a:ext cx="9144000" cy="3964219"/>
            <a:chOff x="0" y="939481"/>
            <a:chExt cx="9144000" cy="3964219"/>
          </a:xfrm>
        </p:grpSpPr>
        <p:cxnSp>
          <p:nvCxnSpPr>
            <p:cNvPr id="399" name="Google Shape;399;p15"/>
            <p:cNvCxnSpPr/>
            <p:nvPr/>
          </p:nvCxnSpPr>
          <p:spPr>
            <a:xfrm>
              <a:off x="0" y="939481"/>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0" name="Google Shape;400;p15"/>
            <p:cNvCxnSpPr/>
            <p:nvPr/>
          </p:nvCxnSpPr>
          <p:spPr>
            <a:xfrm>
              <a:off x="0" y="2846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1" name="Google Shape;401;p15"/>
            <p:cNvCxnSpPr/>
            <p:nvPr/>
          </p:nvCxnSpPr>
          <p:spPr>
            <a:xfrm>
              <a:off x="0" y="3074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2" name="Google Shape;402;p15"/>
            <p:cNvCxnSpPr/>
            <p:nvPr/>
          </p:nvCxnSpPr>
          <p:spPr>
            <a:xfrm>
              <a:off x="0" y="3303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3" name="Google Shape;403;p15"/>
            <p:cNvCxnSpPr/>
            <p:nvPr/>
          </p:nvCxnSpPr>
          <p:spPr>
            <a:xfrm>
              <a:off x="0" y="3532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4" name="Google Shape;404;p15"/>
            <p:cNvCxnSpPr/>
            <p:nvPr/>
          </p:nvCxnSpPr>
          <p:spPr>
            <a:xfrm>
              <a:off x="0" y="3760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5" name="Google Shape;405;p15"/>
            <p:cNvCxnSpPr/>
            <p:nvPr/>
          </p:nvCxnSpPr>
          <p:spPr>
            <a:xfrm>
              <a:off x="0" y="3989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6" name="Google Shape;406;p15"/>
            <p:cNvCxnSpPr/>
            <p:nvPr/>
          </p:nvCxnSpPr>
          <p:spPr>
            <a:xfrm>
              <a:off x="0" y="4217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7" name="Google Shape;407;p15"/>
            <p:cNvCxnSpPr/>
            <p:nvPr/>
          </p:nvCxnSpPr>
          <p:spPr>
            <a:xfrm>
              <a:off x="0" y="4446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8" name="Google Shape;408;p15"/>
            <p:cNvCxnSpPr/>
            <p:nvPr/>
          </p:nvCxnSpPr>
          <p:spPr>
            <a:xfrm>
              <a:off x="0" y="4675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09" name="Google Shape;409;p15"/>
            <p:cNvCxnSpPr/>
            <p:nvPr/>
          </p:nvCxnSpPr>
          <p:spPr>
            <a:xfrm>
              <a:off x="0" y="4903700"/>
              <a:ext cx="9144000" cy="0"/>
            </a:xfrm>
            <a:prstGeom prst="straightConnector1">
              <a:avLst/>
            </a:prstGeom>
            <a:noFill/>
            <a:ln cap="flat" cmpd="sng" w="9525">
              <a:solidFill>
                <a:schemeClr val="accent5"/>
              </a:solidFill>
              <a:prstDash val="solid"/>
              <a:round/>
              <a:headEnd len="sm" w="sm" type="none"/>
              <a:tailEnd len="sm" w="sm" type="none"/>
            </a:ln>
          </p:spPr>
        </p:cxnSp>
      </p:grpSp>
      <p:sp>
        <p:nvSpPr>
          <p:cNvPr id="410" name="Google Shape;410;p15"/>
          <p:cNvSpPr/>
          <p:nvPr/>
        </p:nvSpPr>
        <p:spPr>
          <a:xfrm rot="341415">
            <a:off x="4870163" y="329972"/>
            <a:ext cx="3279862" cy="460671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411" name="Google Shape;411;p15"/>
          <p:cNvGrpSpPr/>
          <p:nvPr/>
        </p:nvGrpSpPr>
        <p:grpSpPr>
          <a:xfrm rot="341264">
            <a:off x="4864199" y="350512"/>
            <a:ext cx="184449" cy="4334311"/>
            <a:chOff x="5380497" y="383100"/>
            <a:chExt cx="189628" cy="4456010"/>
          </a:xfrm>
        </p:grpSpPr>
        <p:grpSp>
          <p:nvGrpSpPr>
            <p:cNvPr id="412" name="Google Shape;412;p15"/>
            <p:cNvGrpSpPr/>
            <p:nvPr/>
          </p:nvGrpSpPr>
          <p:grpSpPr>
            <a:xfrm>
              <a:off x="5380497" y="383100"/>
              <a:ext cx="189628" cy="981668"/>
              <a:chOff x="5380497" y="383100"/>
              <a:chExt cx="189628" cy="981668"/>
            </a:xfrm>
          </p:grpSpPr>
          <p:grpSp>
            <p:nvGrpSpPr>
              <p:cNvPr id="413" name="Google Shape;413;p15"/>
              <p:cNvGrpSpPr/>
              <p:nvPr/>
            </p:nvGrpSpPr>
            <p:grpSpPr>
              <a:xfrm>
                <a:off x="5380497" y="383100"/>
                <a:ext cx="187974" cy="130800"/>
                <a:chOff x="4804925" y="764100"/>
                <a:chExt cx="187974" cy="130800"/>
              </a:xfrm>
            </p:grpSpPr>
            <p:sp>
              <p:nvSpPr>
                <p:cNvPr id="414" name="Google Shape;414;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15" name="Google Shape;415;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16" name="Google Shape;416;p15"/>
              <p:cNvGrpSpPr/>
              <p:nvPr/>
            </p:nvGrpSpPr>
            <p:grpSpPr>
              <a:xfrm>
                <a:off x="5382151" y="822110"/>
                <a:ext cx="187974" cy="130800"/>
                <a:chOff x="4804925" y="764100"/>
                <a:chExt cx="187974" cy="130800"/>
              </a:xfrm>
            </p:grpSpPr>
            <p:sp>
              <p:nvSpPr>
                <p:cNvPr id="417" name="Google Shape;417;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18" name="Google Shape;418;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19" name="Google Shape;419;p15"/>
              <p:cNvGrpSpPr/>
              <p:nvPr/>
            </p:nvGrpSpPr>
            <p:grpSpPr>
              <a:xfrm>
                <a:off x="5382151" y="1233968"/>
                <a:ext cx="187974" cy="130800"/>
                <a:chOff x="4804925" y="764100"/>
                <a:chExt cx="187974" cy="130800"/>
              </a:xfrm>
            </p:grpSpPr>
            <p:sp>
              <p:nvSpPr>
                <p:cNvPr id="420" name="Google Shape;420;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21" name="Google Shape;421;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22" name="Google Shape;422;p15"/>
            <p:cNvGrpSpPr/>
            <p:nvPr/>
          </p:nvGrpSpPr>
          <p:grpSpPr>
            <a:xfrm>
              <a:off x="5380497" y="1678500"/>
              <a:ext cx="189628" cy="981668"/>
              <a:chOff x="5380497" y="383100"/>
              <a:chExt cx="189628" cy="981668"/>
            </a:xfrm>
          </p:grpSpPr>
          <p:grpSp>
            <p:nvGrpSpPr>
              <p:cNvPr id="423" name="Google Shape;423;p15"/>
              <p:cNvGrpSpPr/>
              <p:nvPr/>
            </p:nvGrpSpPr>
            <p:grpSpPr>
              <a:xfrm>
                <a:off x="5380497" y="383100"/>
                <a:ext cx="187974" cy="130800"/>
                <a:chOff x="4804925" y="764100"/>
                <a:chExt cx="187974" cy="130800"/>
              </a:xfrm>
            </p:grpSpPr>
            <p:sp>
              <p:nvSpPr>
                <p:cNvPr id="424" name="Google Shape;424;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25" name="Google Shape;425;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26" name="Google Shape;426;p15"/>
              <p:cNvGrpSpPr/>
              <p:nvPr/>
            </p:nvGrpSpPr>
            <p:grpSpPr>
              <a:xfrm>
                <a:off x="5382151" y="822110"/>
                <a:ext cx="187974" cy="130800"/>
                <a:chOff x="4804925" y="764100"/>
                <a:chExt cx="187974" cy="130800"/>
              </a:xfrm>
            </p:grpSpPr>
            <p:sp>
              <p:nvSpPr>
                <p:cNvPr id="427" name="Google Shape;427;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28" name="Google Shape;428;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29" name="Google Shape;429;p15"/>
              <p:cNvGrpSpPr/>
              <p:nvPr/>
            </p:nvGrpSpPr>
            <p:grpSpPr>
              <a:xfrm>
                <a:off x="5382151" y="1233968"/>
                <a:ext cx="187974" cy="130800"/>
                <a:chOff x="4804925" y="764100"/>
                <a:chExt cx="187974" cy="130800"/>
              </a:xfrm>
            </p:grpSpPr>
            <p:sp>
              <p:nvSpPr>
                <p:cNvPr id="430" name="Google Shape;430;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31" name="Google Shape;431;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32" name="Google Shape;432;p15"/>
            <p:cNvGrpSpPr/>
            <p:nvPr/>
          </p:nvGrpSpPr>
          <p:grpSpPr>
            <a:xfrm>
              <a:off x="5380497" y="2973900"/>
              <a:ext cx="189628" cy="981668"/>
              <a:chOff x="5380497" y="383100"/>
              <a:chExt cx="189628" cy="981668"/>
            </a:xfrm>
          </p:grpSpPr>
          <p:grpSp>
            <p:nvGrpSpPr>
              <p:cNvPr id="433" name="Google Shape;433;p15"/>
              <p:cNvGrpSpPr/>
              <p:nvPr/>
            </p:nvGrpSpPr>
            <p:grpSpPr>
              <a:xfrm>
                <a:off x="5380497" y="383100"/>
                <a:ext cx="187974" cy="130800"/>
                <a:chOff x="4804925" y="764100"/>
                <a:chExt cx="187974" cy="130800"/>
              </a:xfrm>
            </p:grpSpPr>
            <p:sp>
              <p:nvSpPr>
                <p:cNvPr id="434" name="Google Shape;434;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35" name="Google Shape;435;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36" name="Google Shape;436;p15"/>
              <p:cNvGrpSpPr/>
              <p:nvPr/>
            </p:nvGrpSpPr>
            <p:grpSpPr>
              <a:xfrm>
                <a:off x="5382151" y="822110"/>
                <a:ext cx="187974" cy="130800"/>
                <a:chOff x="4804925" y="764100"/>
                <a:chExt cx="187974" cy="130800"/>
              </a:xfrm>
            </p:grpSpPr>
            <p:sp>
              <p:nvSpPr>
                <p:cNvPr id="437" name="Google Shape;437;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38" name="Google Shape;438;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39" name="Google Shape;439;p15"/>
              <p:cNvGrpSpPr/>
              <p:nvPr/>
            </p:nvGrpSpPr>
            <p:grpSpPr>
              <a:xfrm>
                <a:off x="5382151" y="1233968"/>
                <a:ext cx="187974" cy="130800"/>
                <a:chOff x="4804925" y="764100"/>
                <a:chExt cx="187974" cy="130800"/>
              </a:xfrm>
            </p:grpSpPr>
            <p:sp>
              <p:nvSpPr>
                <p:cNvPr id="440" name="Google Shape;440;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41" name="Google Shape;441;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42" name="Google Shape;442;p15"/>
            <p:cNvGrpSpPr/>
            <p:nvPr/>
          </p:nvGrpSpPr>
          <p:grpSpPr>
            <a:xfrm>
              <a:off x="5380497" y="4269300"/>
              <a:ext cx="189628" cy="569810"/>
              <a:chOff x="5380497" y="383100"/>
              <a:chExt cx="189628" cy="569810"/>
            </a:xfrm>
          </p:grpSpPr>
          <p:grpSp>
            <p:nvGrpSpPr>
              <p:cNvPr id="443" name="Google Shape;443;p15"/>
              <p:cNvGrpSpPr/>
              <p:nvPr/>
            </p:nvGrpSpPr>
            <p:grpSpPr>
              <a:xfrm>
                <a:off x="5380497" y="383100"/>
                <a:ext cx="187974" cy="130800"/>
                <a:chOff x="4804925" y="764100"/>
                <a:chExt cx="187974" cy="130800"/>
              </a:xfrm>
            </p:grpSpPr>
            <p:sp>
              <p:nvSpPr>
                <p:cNvPr id="444" name="Google Shape;444;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45" name="Google Shape;445;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46" name="Google Shape;446;p15"/>
              <p:cNvGrpSpPr/>
              <p:nvPr/>
            </p:nvGrpSpPr>
            <p:grpSpPr>
              <a:xfrm>
                <a:off x="5382151" y="822110"/>
                <a:ext cx="187974" cy="130800"/>
                <a:chOff x="4804925" y="764100"/>
                <a:chExt cx="187974" cy="130800"/>
              </a:xfrm>
            </p:grpSpPr>
            <p:sp>
              <p:nvSpPr>
                <p:cNvPr id="447" name="Google Shape;447;p15"/>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48" name="Google Shape;448;p15"/>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449" name="Google Shape;449;p15"/>
          <p:cNvSpPr/>
          <p:nvPr/>
        </p:nvSpPr>
        <p:spPr>
          <a:xfrm>
            <a:off x="5136896" y="329628"/>
            <a:ext cx="3280500" cy="4607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450" name="Google Shape;450;p15"/>
          <p:cNvGrpSpPr/>
          <p:nvPr/>
        </p:nvGrpSpPr>
        <p:grpSpPr>
          <a:xfrm>
            <a:off x="5137471" y="504148"/>
            <a:ext cx="184470" cy="4334807"/>
            <a:chOff x="5380497" y="383100"/>
            <a:chExt cx="189628" cy="4456010"/>
          </a:xfrm>
        </p:grpSpPr>
        <p:grpSp>
          <p:nvGrpSpPr>
            <p:cNvPr id="451" name="Google Shape;451;p15"/>
            <p:cNvGrpSpPr/>
            <p:nvPr/>
          </p:nvGrpSpPr>
          <p:grpSpPr>
            <a:xfrm>
              <a:off x="5380497" y="383100"/>
              <a:ext cx="189628" cy="981668"/>
              <a:chOff x="5380497" y="383100"/>
              <a:chExt cx="189628" cy="981668"/>
            </a:xfrm>
          </p:grpSpPr>
          <p:grpSp>
            <p:nvGrpSpPr>
              <p:cNvPr id="452" name="Google Shape;452;p15"/>
              <p:cNvGrpSpPr/>
              <p:nvPr/>
            </p:nvGrpSpPr>
            <p:grpSpPr>
              <a:xfrm>
                <a:off x="5380497" y="383100"/>
                <a:ext cx="187974" cy="130800"/>
                <a:chOff x="4804925" y="764100"/>
                <a:chExt cx="187974" cy="130800"/>
              </a:xfrm>
            </p:grpSpPr>
            <p:sp>
              <p:nvSpPr>
                <p:cNvPr id="453" name="Google Shape;453;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54" name="Google Shape;454;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55" name="Google Shape;455;p15"/>
              <p:cNvGrpSpPr/>
              <p:nvPr/>
            </p:nvGrpSpPr>
            <p:grpSpPr>
              <a:xfrm>
                <a:off x="5382151" y="822110"/>
                <a:ext cx="187974" cy="130800"/>
                <a:chOff x="4804925" y="764100"/>
                <a:chExt cx="187974" cy="130800"/>
              </a:xfrm>
            </p:grpSpPr>
            <p:sp>
              <p:nvSpPr>
                <p:cNvPr id="456" name="Google Shape;456;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57" name="Google Shape;457;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58" name="Google Shape;458;p15"/>
              <p:cNvGrpSpPr/>
              <p:nvPr/>
            </p:nvGrpSpPr>
            <p:grpSpPr>
              <a:xfrm>
                <a:off x="5382151" y="1233968"/>
                <a:ext cx="187974" cy="130800"/>
                <a:chOff x="4804925" y="764100"/>
                <a:chExt cx="187974" cy="130800"/>
              </a:xfrm>
            </p:grpSpPr>
            <p:sp>
              <p:nvSpPr>
                <p:cNvPr id="459" name="Google Shape;459;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0" name="Google Shape;460;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61" name="Google Shape;461;p15"/>
            <p:cNvGrpSpPr/>
            <p:nvPr/>
          </p:nvGrpSpPr>
          <p:grpSpPr>
            <a:xfrm>
              <a:off x="5380497" y="1678500"/>
              <a:ext cx="189628" cy="981668"/>
              <a:chOff x="5380497" y="383100"/>
              <a:chExt cx="189628" cy="981668"/>
            </a:xfrm>
          </p:grpSpPr>
          <p:grpSp>
            <p:nvGrpSpPr>
              <p:cNvPr id="462" name="Google Shape;462;p15"/>
              <p:cNvGrpSpPr/>
              <p:nvPr/>
            </p:nvGrpSpPr>
            <p:grpSpPr>
              <a:xfrm>
                <a:off x="5380497" y="383100"/>
                <a:ext cx="187974" cy="130800"/>
                <a:chOff x="4804925" y="764100"/>
                <a:chExt cx="187974" cy="130800"/>
              </a:xfrm>
            </p:grpSpPr>
            <p:sp>
              <p:nvSpPr>
                <p:cNvPr id="463" name="Google Shape;463;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4" name="Google Shape;464;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65" name="Google Shape;465;p15"/>
              <p:cNvGrpSpPr/>
              <p:nvPr/>
            </p:nvGrpSpPr>
            <p:grpSpPr>
              <a:xfrm>
                <a:off x="5382151" y="822110"/>
                <a:ext cx="187974" cy="130800"/>
                <a:chOff x="4804925" y="764100"/>
                <a:chExt cx="187974" cy="130800"/>
              </a:xfrm>
            </p:grpSpPr>
            <p:sp>
              <p:nvSpPr>
                <p:cNvPr id="466" name="Google Shape;466;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7" name="Google Shape;467;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68" name="Google Shape;468;p15"/>
              <p:cNvGrpSpPr/>
              <p:nvPr/>
            </p:nvGrpSpPr>
            <p:grpSpPr>
              <a:xfrm>
                <a:off x="5382151" y="1233968"/>
                <a:ext cx="187974" cy="130800"/>
                <a:chOff x="4804925" y="764100"/>
                <a:chExt cx="187974" cy="130800"/>
              </a:xfrm>
            </p:grpSpPr>
            <p:sp>
              <p:nvSpPr>
                <p:cNvPr id="469" name="Google Shape;469;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0" name="Google Shape;470;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71" name="Google Shape;471;p15"/>
            <p:cNvGrpSpPr/>
            <p:nvPr/>
          </p:nvGrpSpPr>
          <p:grpSpPr>
            <a:xfrm>
              <a:off x="5380497" y="2973900"/>
              <a:ext cx="189628" cy="981668"/>
              <a:chOff x="5380497" y="383100"/>
              <a:chExt cx="189628" cy="981668"/>
            </a:xfrm>
          </p:grpSpPr>
          <p:grpSp>
            <p:nvGrpSpPr>
              <p:cNvPr id="472" name="Google Shape;472;p15"/>
              <p:cNvGrpSpPr/>
              <p:nvPr/>
            </p:nvGrpSpPr>
            <p:grpSpPr>
              <a:xfrm>
                <a:off x="5380497" y="383100"/>
                <a:ext cx="187974" cy="130800"/>
                <a:chOff x="4804925" y="764100"/>
                <a:chExt cx="187974" cy="130800"/>
              </a:xfrm>
            </p:grpSpPr>
            <p:sp>
              <p:nvSpPr>
                <p:cNvPr id="473" name="Google Shape;473;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4" name="Google Shape;474;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75" name="Google Shape;475;p15"/>
              <p:cNvGrpSpPr/>
              <p:nvPr/>
            </p:nvGrpSpPr>
            <p:grpSpPr>
              <a:xfrm>
                <a:off x="5382151" y="822110"/>
                <a:ext cx="187974" cy="130800"/>
                <a:chOff x="4804925" y="764100"/>
                <a:chExt cx="187974" cy="130800"/>
              </a:xfrm>
            </p:grpSpPr>
            <p:sp>
              <p:nvSpPr>
                <p:cNvPr id="476" name="Google Shape;476;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7" name="Google Shape;477;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78" name="Google Shape;478;p15"/>
              <p:cNvGrpSpPr/>
              <p:nvPr/>
            </p:nvGrpSpPr>
            <p:grpSpPr>
              <a:xfrm>
                <a:off x="5382151" y="1233968"/>
                <a:ext cx="187974" cy="130800"/>
                <a:chOff x="4804925" y="764100"/>
                <a:chExt cx="187974" cy="130800"/>
              </a:xfrm>
            </p:grpSpPr>
            <p:sp>
              <p:nvSpPr>
                <p:cNvPr id="479" name="Google Shape;479;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0" name="Google Shape;480;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81" name="Google Shape;481;p15"/>
            <p:cNvGrpSpPr/>
            <p:nvPr/>
          </p:nvGrpSpPr>
          <p:grpSpPr>
            <a:xfrm>
              <a:off x="5380497" y="4269300"/>
              <a:ext cx="189628" cy="569810"/>
              <a:chOff x="5380497" y="383100"/>
              <a:chExt cx="189628" cy="569810"/>
            </a:xfrm>
          </p:grpSpPr>
          <p:grpSp>
            <p:nvGrpSpPr>
              <p:cNvPr id="482" name="Google Shape;482;p15"/>
              <p:cNvGrpSpPr/>
              <p:nvPr/>
            </p:nvGrpSpPr>
            <p:grpSpPr>
              <a:xfrm>
                <a:off x="5380497" y="383100"/>
                <a:ext cx="187974" cy="130800"/>
                <a:chOff x="4804925" y="764100"/>
                <a:chExt cx="187974" cy="130800"/>
              </a:xfrm>
            </p:grpSpPr>
            <p:sp>
              <p:nvSpPr>
                <p:cNvPr id="483" name="Google Shape;483;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4" name="Google Shape;484;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85" name="Google Shape;485;p15"/>
              <p:cNvGrpSpPr/>
              <p:nvPr/>
            </p:nvGrpSpPr>
            <p:grpSpPr>
              <a:xfrm>
                <a:off x="5382151" y="822110"/>
                <a:ext cx="187974" cy="130800"/>
                <a:chOff x="4804925" y="764100"/>
                <a:chExt cx="187974" cy="130800"/>
              </a:xfrm>
            </p:grpSpPr>
            <p:sp>
              <p:nvSpPr>
                <p:cNvPr id="486" name="Google Shape;486;p15"/>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7" name="Google Shape;487;p15"/>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488" name="Google Shape;488;p15"/>
          <p:cNvSpPr txBox="1"/>
          <p:nvPr>
            <p:ph idx="1" type="body"/>
          </p:nvPr>
        </p:nvSpPr>
        <p:spPr>
          <a:xfrm>
            <a:off x="5586600" y="641275"/>
            <a:ext cx="2627700" cy="31194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lt1"/>
              </a:buClr>
              <a:buSzPts val="1400"/>
              <a:buChar char="●"/>
              <a:defRPr sz="1000">
                <a:latin typeface="Manrope Medium"/>
                <a:ea typeface="Manrope Medium"/>
                <a:cs typeface="Manrope Medium"/>
                <a:sym typeface="Manrope Medium"/>
              </a:defRPr>
            </a:lvl1pPr>
            <a:lvl2pPr indent="-317500" lvl="1" marL="914400">
              <a:spcBef>
                <a:spcPts val="0"/>
              </a:spcBef>
              <a:spcAft>
                <a:spcPts val="0"/>
              </a:spcAft>
              <a:buClr>
                <a:schemeClr val="lt1"/>
              </a:buClr>
              <a:buSzPts val="1400"/>
              <a:buChar char="○"/>
              <a:defRPr sz="1000">
                <a:latin typeface="Manrope Medium"/>
                <a:ea typeface="Manrope Medium"/>
                <a:cs typeface="Manrope Medium"/>
                <a:sym typeface="Manrope Medium"/>
              </a:defRPr>
            </a:lvl2pPr>
            <a:lvl3pPr indent="-317500" lvl="2" marL="1371600">
              <a:spcBef>
                <a:spcPts val="0"/>
              </a:spcBef>
              <a:spcAft>
                <a:spcPts val="0"/>
              </a:spcAft>
              <a:buClr>
                <a:schemeClr val="lt1"/>
              </a:buClr>
              <a:buSzPts val="1400"/>
              <a:buChar char="■"/>
              <a:defRPr sz="1000">
                <a:latin typeface="Manrope Medium"/>
                <a:ea typeface="Manrope Medium"/>
                <a:cs typeface="Manrope Medium"/>
                <a:sym typeface="Manrope Medium"/>
              </a:defRPr>
            </a:lvl3pPr>
            <a:lvl4pPr indent="-317500" lvl="3" marL="1828800">
              <a:spcBef>
                <a:spcPts val="0"/>
              </a:spcBef>
              <a:spcAft>
                <a:spcPts val="0"/>
              </a:spcAft>
              <a:buClr>
                <a:schemeClr val="lt1"/>
              </a:buClr>
              <a:buSzPts val="1400"/>
              <a:buChar char="●"/>
              <a:defRPr sz="1000">
                <a:latin typeface="Manrope Medium"/>
                <a:ea typeface="Manrope Medium"/>
                <a:cs typeface="Manrope Medium"/>
                <a:sym typeface="Manrope Medium"/>
              </a:defRPr>
            </a:lvl4pPr>
            <a:lvl5pPr indent="-317500" lvl="4" marL="2286000">
              <a:spcBef>
                <a:spcPts val="0"/>
              </a:spcBef>
              <a:spcAft>
                <a:spcPts val="0"/>
              </a:spcAft>
              <a:buClr>
                <a:schemeClr val="lt1"/>
              </a:buClr>
              <a:buSzPts val="1400"/>
              <a:buChar char="○"/>
              <a:defRPr sz="1000">
                <a:latin typeface="Manrope Medium"/>
                <a:ea typeface="Manrope Medium"/>
                <a:cs typeface="Manrope Medium"/>
                <a:sym typeface="Manrope Medium"/>
              </a:defRPr>
            </a:lvl5pPr>
            <a:lvl6pPr indent="-317500" lvl="5" marL="2743200">
              <a:spcBef>
                <a:spcPts val="0"/>
              </a:spcBef>
              <a:spcAft>
                <a:spcPts val="0"/>
              </a:spcAft>
              <a:buClr>
                <a:schemeClr val="lt1"/>
              </a:buClr>
              <a:buSzPts val="1400"/>
              <a:buChar char="■"/>
              <a:defRPr sz="1000">
                <a:latin typeface="Manrope Medium"/>
                <a:ea typeface="Manrope Medium"/>
                <a:cs typeface="Manrope Medium"/>
                <a:sym typeface="Manrope Medium"/>
              </a:defRPr>
            </a:lvl6pPr>
            <a:lvl7pPr indent="-317500" lvl="6" marL="3200400">
              <a:spcBef>
                <a:spcPts val="0"/>
              </a:spcBef>
              <a:spcAft>
                <a:spcPts val="0"/>
              </a:spcAft>
              <a:buClr>
                <a:schemeClr val="lt1"/>
              </a:buClr>
              <a:buSzPts val="1400"/>
              <a:buChar char="●"/>
              <a:defRPr sz="1000">
                <a:latin typeface="Manrope Medium"/>
                <a:ea typeface="Manrope Medium"/>
                <a:cs typeface="Manrope Medium"/>
                <a:sym typeface="Manrope Medium"/>
              </a:defRPr>
            </a:lvl7pPr>
            <a:lvl8pPr indent="-317500" lvl="7" marL="3657600">
              <a:spcBef>
                <a:spcPts val="0"/>
              </a:spcBef>
              <a:spcAft>
                <a:spcPts val="0"/>
              </a:spcAft>
              <a:buSzPts val="1400"/>
              <a:buChar char="○"/>
              <a:defRPr sz="1000">
                <a:latin typeface="Manrope Medium"/>
                <a:ea typeface="Manrope Medium"/>
                <a:cs typeface="Manrope Medium"/>
                <a:sym typeface="Manrope Medium"/>
              </a:defRPr>
            </a:lvl8pPr>
            <a:lvl9pPr indent="-317500" lvl="8" marL="4114800">
              <a:spcBef>
                <a:spcPts val="0"/>
              </a:spcBef>
              <a:spcAft>
                <a:spcPts val="0"/>
              </a:spcAft>
              <a:buClr>
                <a:schemeClr val="lt1"/>
              </a:buClr>
              <a:buSzPts val="1400"/>
              <a:buChar char="■"/>
              <a:defRPr sz="1000">
                <a:latin typeface="Manrope Medium"/>
                <a:ea typeface="Manrope Medium"/>
                <a:cs typeface="Manrope Medium"/>
                <a:sym typeface="Manrope Medium"/>
              </a:defRPr>
            </a:lvl9pPr>
          </a:lstStyle>
          <a:p/>
        </p:txBody>
      </p:sp>
      <p:sp>
        <p:nvSpPr>
          <p:cNvPr id="489" name="Google Shape;489;p15"/>
          <p:cNvSpPr txBox="1"/>
          <p:nvPr>
            <p:ph type="title"/>
          </p:nvPr>
        </p:nvSpPr>
        <p:spPr>
          <a:xfrm>
            <a:off x="521275" y="525800"/>
            <a:ext cx="2094900" cy="143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Notes ">
  <p:cSld name="CUSTOM_2">
    <p:spTree>
      <p:nvGrpSpPr>
        <p:cNvPr id="490" name="Shape 490"/>
        <p:cNvGrpSpPr/>
        <p:nvPr/>
      </p:nvGrpSpPr>
      <p:grpSpPr>
        <a:xfrm>
          <a:off x="0" y="0"/>
          <a:ext cx="0" cy="0"/>
          <a:chOff x="0" y="0"/>
          <a:chExt cx="0" cy="0"/>
        </a:xfrm>
      </p:grpSpPr>
      <p:grpSp>
        <p:nvGrpSpPr>
          <p:cNvPr id="491" name="Google Shape;491;p16"/>
          <p:cNvGrpSpPr/>
          <p:nvPr/>
        </p:nvGrpSpPr>
        <p:grpSpPr>
          <a:xfrm>
            <a:off x="0" y="-6300"/>
            <a:ext cx="9162087" cy="5150040"/>
            <a:chOff x="11751" y="-6300"/>
            <a:chExt cx="9190577" cy="5150040"/>
          </a:xfrm>
        </p:grpSpPr>
        <p:grpSp>
          <p:nvGrpSpPr>
            <p:cNvPr id="492" name="Google Shape;492;p16"/>
            <p:cNvGrpSpPr/>
            <p:nvPr/>
          </p:nvGrpSpPr>
          <p:grpSpPr>
            <a:xfrm>
              <a:off x="11751" y="-6300"/>
              <a:ext cx="4777902" cy="2703033"/>
              <a:chOff x="11750" y="-6290"/>
              <a:chExt cx="9125100" cy="5162400"/>
            </a:xfrm>
          </p:grpSpPr>
          <p:cxnSp>
            <p:nvCxnSpPr>
              <p:cNvPr id="493" name="Google Shape;493;p1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94" name="Google Shape;494;p1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95" name="Google Shape;495;p1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96" name="Google Shape;496;p1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97" name="Google Shape;497;p1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98" name="Google Shape;498;p1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99" name="Google Shape;499;p1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00" name="Google Shape;500;p1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01" name="Google Shape;501;p1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02" name="Google Shape;502;p1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03" name="Google Shape;503;p1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04" name="Google Shape;504;p1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05" name="Google Shape;505;p1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06" name="Google Shape;506;p1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07" name="Google Shape;507;p1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08" name="Google Shape;508;p1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09" name="Google Shape;509;p1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10" name="Google Shape;510;p1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11" name="Google Shape;511;p1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12" name="Google Shape;512;p1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13" name="Google Shape;513;p1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14" name="Google Shape;514;p1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515" name="Google Shape;515;p16"/>
            <p:cNvGrpSpPr/>
            <p:nvPr/>
          </p:nvGrpSpPr>
          <p:grpSpPr>
            <a:xfrm>
              <a:off x="11751" y="2440707"/>
              <a:ext cx="4777902" cy="2703033"/>
              <a:chOff x="11750" y="-6290"/>
              <a:chExt cx="9125100" cy="5162400"/>
            </a:xfrm>
          </p:grpSpPr>
          <p:cxnSp>
            <p:nvCxnSpPr>
              <p:cNvPr id="516" name="Google Shape;516;p1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17" name="Google Shape;517;p1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18" name="Google Shape;518;p1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19" name="Google Shape;519;p1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0" name="Google Shape;520;p1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1" name="Google Shape;521;p1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2" name="Google Shape;522;p1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3" name="Google Shape;523;p1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4" name="Google Shape;524;p1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5" name="Google Shape;525;p1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6" name="Google Shape;526;p1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7" name="Google Shape;527;p1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28" name="Google Shape;528;p1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29" name="Google Shape;529;p1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0" name="Google Shape;530;p1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1" name="Google Shape;531;p1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2" name="Google Shape;532;p1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3" name="Google Shape;533;p1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4" name="Google Shape;534;p1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5" name="Google Shape;535;p1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6" name="Google Shape;536;p1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37" name="Google Shape;537;p1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538" name="Google Shape;538;p16"/>
            <p:cNvGrpSpPr/>
            <p:nvPr/>
          </p:nvGrpSpPr>
          <p:grpSpPr>
            <a:xfrm>
              <a:off x="4424426" y="-6300"/>
              <a:ext cx="4777902" cy="2703033"/>
              <a:chOff x="11750" y="-6290"/>
              <a:chExt cx="9125100" cy="5162400"/>
            </a:xfrm>
          </p:grpSpPr>
          <p:cxnSp>
            <p:nvCxnSpPr>
              <p:cNvPr id="539" name="Google Shape;539;p1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0" name="Google Shape;540;p1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1" name="Google Shape;541;p1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2" name="Google Shape;542;p1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3" name="Google Shape;543;p1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4" name="Google Shape;544;p1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5" name="Google Shape;545;p1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6" name="Google Shape;546;p1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7" name="Google Shape;547;p1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8" name="Google Shape;548;p1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9" name="Google Shape;549;p1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50" name="Google Shape;550;p1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51" name="Google Shape;551;p1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2" name="Google Shape;552;p1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3" name="Google Shape;553;p1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4" name="Google Shape;554;p1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5" name="Google Shape;555;p1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6" name="Google Shape;556;p1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7" name="Google Shape;557;p1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8" name="Google Shape;558;p1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9" name="Google Shape;559;p1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60" name="Google Shape;560;p1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561" name="Google Shape;561;p16"/>
            <p:cNvGrpSpPr/>
            <p:nvPr/>
          </p:nvGrpSpPr>
          <p:grpSpPr>
            <a:xfrm>
              <a:off x="4424426" y="2440707"/>
              <a:ext cx="4777902" cy="2703033"/>
              <a:chOff x="11750" y="-6290"/>
              <a:chExt cx="9125100" cy="5162400"/>
            </a:xfrm>
          </p:grpSpPr>
          <p:cxnSp>
            <p:nvCxnSpPr>
              <p:cNvPr id="562" name="Google Shape;562;p1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3" name="Google Shape;563;p1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4" name="Google Shape;564;p1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5" name="Google Shape;565;p1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6" name="Google Shape;566;p1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7" name="Google Shape;567;p1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8" name="Google Shape;568;p1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9" name="Google Shape;569;p1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0" name="Google Shape;570;p1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1" name="Google Shape;571;p1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2" name="Google Shape;572;p1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3" name="Google Shape;573;p1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4" name="Google Shape;574;p1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5" name="Google Shape;575;p1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6" name="Google Shape;576;p1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7" name="Google Shape;577;p1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8" name="Google Shape;578;p1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9" name="Google Shape;579;p1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0" name="Google Shape;580;p1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1" name="Google Shape;581;p1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2" name="Google Shape;582;p1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3" name="Google Shape;583;p1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584" name="Google Shape;584;p16"/>
          <p:cNvSpPr txBox="1"/>
          <p:nvPr>
            <p:ph type="title"/>
          </p:nvPr>
        </p:nvSpPr>
        <p:spPr>
          <a:xfrm>
            <a:off x="532800" y="1269600"/>
            <a:ext cx="2618400" cy="472800"/>
          </a:xfrm>
          <a:prstGeom prst="rect">
            <a:avLst/>
          </a:prstGeom>
        </p:spPr>
        <p:txBody>
          <a:bodyPr anchorCtr="0" anchor="ctr" bIns="91425" lIns="182875" spcFirstLastPara="1" rIns="91425" wrap="square" tIns="91425">
            <a:noAutofit/>
          </a:bodyPr>
          <a:lstStyle>
            <a:lvl1pPr lvl="0" algn="ctr">
              <a:lnSpc>
                <a:spcPct val="100000"/>
              </a:lnSpc>
              <a:spcBef>
                <a:spcPts val="0"/>
              </a:spcBef>
              <a:spcAft>
                <a:spcPts val="0"/>
              </a:spcAft>
              <a:buClr>
                <a:schemeClr val="lt1"/>
              </a:buClr>
              <a:buSzPts val="13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585" name="Google Shape;585;p16"/>
          <p:cNvSpPr txBox="1"/>
          <p:nvPr>
            <p:ph idx="1" type="subTitle"/>
          </p:nvPr>
        </p:nvSpPr>
        <p:spPr>
          <a:xfrm>
            <a:off x="520800" y="1711450"/>
            <a:ext cx="2642400" cy="12405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6" name="Google Shape;586;p16"/>
          <p:cNvSpPr txBox="1"/>
          <p:nvPr>
            <p:ph idx="2" type="subTitle"/>
          </p:nvPr>
        </p:nvSpPr>
        <p:spPr>
          <a:xfrm>
            <a:off x="531875" y="2928325"/>
            <a:ext cx="2618400" cy="395100"/>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7" name="Google Shape;587;p16"/>
          <p:cNvSpPr txBox="1"/>
          <p:nvPr>
            <p:ph idx="3" type="title"/>
          </p:nvPr>
        </p:nvSpPr>
        <p:spPr>
          <a:xfrm rot="139861">
            <a:off x="3291201" y="1217875"/>
            <a:ext cx="2618467" cy="472890"/>
          </a:xfrm>
          <a:prstGeom prst="rect">
            <a:avLst/>
          </a:prstGeom>
        </p:spPr>
        <p:txBody>
          <a:bodyPr anchorCtr="0" anchor="ctr" bIns="91425" lIns="182875" spcFirstLastPara="1" rIns="91425" wrap="square" tIns="91425">
            <a:spAutoFit/>
          </a:bodyPr>
          <a:lstStyle>
            <a:lvl1pPr lvl="0" algn="ctr">
              <a:lnSpc>
                <a:spcPct val="100000"/>
              </a:lnSpc>
              <a:spcBef>
                <a:spcPts val="0"/>
              </a:spcBef>
              <a:spcAft>
                <a:spcPts val="0"/>
              </a:spcAft>
              <a:buClr>
                <a:schemeClr val="lt1"/>
              </a:buClr>
              <a:buSzPts val="19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588" name="Google Shape;588;p16"/>
          <p:cNvSpPr txBox="1"/>
          <p:nvPr>
            <p:ph idx="4" type="subTitle"/>
          </p:nvPr>
        </p:nvSpPr>
        <p:spPr>
          <a:xfrm rot="139761">
            <a:off x="3245632" y="1659003"/>
            <a:ext cx="2642483" cy="1240624"/>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9" name="Google Shape;589;p16"/>
          <p:cNvSpPr txBox="1"/>
          <p:nvPr>
            <p:ph idx="5" type="subTitle"/>
          </p:nvPr>
        </p:nvSpPr>
        <p:spPr>
          <a:xfrm rot="139861">
            <a:off x="3224189" y="2875212"/>
            <a:ext cx="2618467" cy="395132"/>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0" name="Google Shape;590;p16"/>
          <p:cNvSpPr txBox="1"/>
          <p:nvPr>
            <p:ph idx="6" type="title"/>
          </p:nvPr>
        </p:nvSpPr>
        <p:spPr>
          <a:xfrm>
            <a:off x="5994100" y="1252413"/>
            <a:ext cx="2618400" cy="472800"/>
          </a:xfrm>
          <a:prstGeom prst="rect">
            <a:avLst/>
          </a:prstGeom>
        </p:spPr>
        <p:txBody>
          <a:bodyPr anchorCtr="0" anchor="ctr" bIns="91425" lIns="18287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591" name="Google Shape;591;p16"/>
          <p:cNvSpPr txBox="1"/>
          <p:nvPr>
            <p:ph idx="7" type="subTitle"/>
          </p:nvPr>
        </p:nvSpPr>
        <p:spPr>
          <a:xfrm>
            <a:off x="5982100" y="1694263"/>
            <a:ext cx="2642400" cy="12405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2" name="Google Shape;592;p16"/>
          <p:cNvSpPr txBox="1"/>
          <p:nvPr>
            <p:ph idx="8" type="subTitle"/>
          </p:nvPr>
        </p:nvSpPr>
        <p:spPr>
          <a:xfrm>
            <a:off x="5993175" y="2911138"/>
            <a:ext cx="2618400" cy="395100"/>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3" name="Google Shape;593;p16"/>
          <p:cNvSpPr txBox="1"/>
          <p:nvPr>
            <p:ph idx="9" type="subTitle"/>
          </p:nvPr>
        </p:nvSpPr>
        <p:spPr>
          <a:xfrm>
            <a:off x="3254000" y="3461675"/>
            <a:ext cx="2529300" cy="935100"/>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300"/>
              <a:buFont typeface="Arial"/>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4" name="Google Shape;594;p16"/>
          <p:cNvSpPr txBox="1"/>
          <p:nvPr>
            <p:ph idx="13" type="subTitle"/>
          </p:nvPr>
        </p:nvSpPr>
        <p:spPr>
          <a:xfrm>
            <a:off x="3254000" y="3840475"/>
            <a:ext cx="2644800" cy="7611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5" name="Google Shape;595;p16"/>
          <p:cNvSpPr txBox="1"/>
          <p:nvPr>
            <p:ph idx="14" type="subTitle"/>
          </p:nvPr>
        </p:nvSpPr>
        <p:spPr>
          <a:xfrm rot="-143344">
            <a:off x="503564" y="3472782"/>
            <a:ext cx="2526096" cy="935014"/>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6" name="Google Shape;596;p16"/>
          <p:cNvSpPr txBox="1"/>
          <p:nvPr>
            <p:ph idx="15" type="subTitle"/>
          </p:nvPr>
        </p:nvSpPr>
        <p:spPr>
          <a:xfrm rot="-143157">
            <a:off x="515751" y="3848927"/>
            <a:ext cx="2644693" cy="761165"/>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7" name="Google Shape;597;p16"/>
          <p:cNvSpPr txBox="1"/>
          <p:nvPr>
            <p:ph idx="16" type="subTitle"/>
          </p:nvPr>
        </p:nvSpPr>
        <p:spPr>
          <a:xfrm>
            <a:off x="5975950" y="3457125"/>
            <a:ext cx="2506800" cy="935100"/>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8" name="Google Shape;598;p16"/>
          <p:cNvSpPr txBox="1"/>
          <p:nvPr>
            <p:ph idx="17" type="subTitle"/>
          </p:nvPr>
        </p:nvSpPr>
        <p:spPr>
          <a:xfrm>
            <a:off x="5975950" y="3835925"/>
            <a:ext cx="2644800" cy="7611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Subtitle and Note">
  <p:cSld name="CUSTOM_1_1_2_2">
    <p:spTree>
      <p:nvGrpSpPr>
        <p:cNvPr id="599" name="Shape 599"/>
        <p:cNvGrpSpPr/>
        <p:nvPr/>
      </p:nvGrpSpPr>
      <p:grpSpPr>
        <a:xfrm>
          <a:off x="0" y="0"/>
          <a:ext cx="0" cy="0"/>
          <a:chOff x="0" y="0"/>
          <a:chExt cx="0" cy="0"/>
        </a:xfrm>
      </p:grpSpPr>
      <p:sp>
        <p:nvSpPr>
          <p:cNvPr id="600" name="Google Shape;600;p17"/>
          <p:cNvSpPr txBox="1"/>
          <p:nvPr>
            <p:ph idx="1" type="body"/>
          </p:nvPr>
        </p:nvSpPr>
        <p:spPr>
          <a:xfrm>
            <a:off x="509725" y="1130288"/>
            <a:ext cx="4174800" cy="33540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200"/>
              <a:buNone/>
              <a:defRPr/>
            </a:lvl1pPr>
            <a:lvl2pPr indent="-304800" lvl="1" marL="914400">
              <a:spcBef>
                <a:spcPts val="0"/>
              </a:spcBef>
              <a:spcAft>
                <a:spcPts val="0"/>
              </a:spcAft>
              <a:buSzPts val="1200"/>
              <a:buFont typeface="Manrope"/>
              <a:buChar char="○"/>
              <a:defRPr/>
            </a:lvl2pPr>
            <a:lvl3pPr indent="-304800" lvl="2" marL="1371600">
              <a:spcBef>
                <a:spcPts val="0"/>
              </a:spcBef>
              <a:spcAft>
                <a:spcPts val="0"/>
              </a:spcAft>
              <a:buSzPts val="1200"/>
              <a:buFont typeface="Manrope"/>
              <a:buChar char="■"/>
              <a:defRPr/>
            </a:lvl3pPr>
            <a:lvl4pPr indent="-304800" lvl="3" marL="1828800">
              <a:spcBef>
                <a:spcPts val="0"/>
              </a:spcBef>
              <a:spcAft>
                <a:spcPts val="0"/>
              </a:spcAft>
              <a:buSzPts val="1200"/>
              <a:buFont typeface="Manrope"/>
              <a:buChar char="●"/>
              <a:defRPr/>
            </a:lvl4pPr>
            <a:lvl5pPr indent="-304800" lvl="4" marL="2286000">
              <a:spcBef>
                <a:spcPts val="0"/>
              </a:spcBef>
              <a:spcAft>
                <a:spcPts val="0"/>
              </a:spcAft>
              <a:buSzPts val="1200"/>
              <a:buFont typeface="Manrope"/>
              <a:buChar char="○"/>
              <a:defRPr/>
            </a:lvl5pPr>
            <a:lvl6pPr indent="-304800" lvl="5" marL="2743200">
              <a:spcBef>
                <a:spcPts val="0"/>
              </a:spcBef>
              <a:spcAft>
                <a:spcPts val="0"/>
              </a:spcAft>
              <a:buSzPts val="1200"/>
              <a:buFont typeface="Manrope"/>
              <a:buChar char="■"/>
              <a:defRPr/>
            </a:lvl6pPr>
            <a:lvl7pPr indent="-304800" lvl="6" marL="3200400">
              <a:spcBef>
                <a:spcPts val="0"/>
              </a:spcBef>
              <a:spcAft>
                <a:spcPts val="0"/>
              </a:spcAft>
              <a:buSzPts val="1200"/>
              <a:buFont typeface="Manrope"/>
              <a:buChar char="●"/>
              <a:defRPr/>
            </a:lvl7pPr>
            <a:lvl8pPr indent="-304800" lvl="7" marL="3657600">
              <a:spcBef>
                <a:spcPts val="0"/>
              </a:spcBef>
              <a:spcAft>
                <a:spcPts val="0"/>
              </a:spcAft>
              <a:buSzPts val="1200"/>
              <a:buFont typeface="Manrope"/>
              <a:buChar char="○"/>
              <a:defRPr/>
            </a:lvl8pPr>
            <a:lvl9pPr indent="-304800" lvl="8" marL="4114800">
              <a:spcBef>
                <a:spcPts val="0"/>
              </a:spcBef>
              <a:spcAft>
                <a:spcPts val="0"/>
              </a:spcAft>
              <a:buSzPts val="1200"/>
              <a:buFont typeface="Manrope"/>
              <a:buChar char="■"/>
              <a:defRPr/>
            </a:lvl9pPr>
          </a:lstStyle>
          <a:p/>
        </p:txBody>
      </p:sp>
      <p:cxnSp>
        <p:nvCxnSpPr>
          <p:cNvPr id="601" name="Google Shape;601;p17"/>
          <p:cNvCxnSpPr/>
          <p:nvPr/>
        </p:nvCxnSpPr>
        <p:spPr>
          <a:xfrm>
            <a:off x="0" y="2846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02" name="Google Shape;602;p17"/>
          <p:cNvCxnSpPr/>
          <p:nvPr/>
        </p:nvCxnSpPr>
        <p:spPr>
          <a:xfrm>
            <a:off x="0" y="3074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03" name="Google Shape;603;p17"/>
          <p:cNvCxnSpPr/>
          <p:nvPr/>
        </p:nvCxnSpPr>
        <p:spPr>
          <a:xfrm>
            <a:off x="0" y="3303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04" name="Google Shape;604;p17"/>
          <p:cNvCxnSpPr/>
          <p:nvPr/>
        </p:nvCxnSpPr>
        <p:spPr>
          <a:xfrm>
            <a:off x="0" y="3532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05" name="Google Shape;605;p17"/>
          <p:cNvCxnSpPr/>
          <p:nvPr/>
        </p:nvCxnSpPr>
        <p:spPr>
          <a:xfrm>
            <a:off x="0" y="3760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06" name="Google Shape;606;p17"/>
          <p:cNvCxnSpPr/>
          <p:nvPr/>
        </p:nvCxnSpPr>
        <p:spPr>
          <a:xfrm>
            <a:off x="0" y="3989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07" name="Google Shape;607;p17"/>
          <p:cNvCxnSpPr/>
          <p:nvPr/>
        </p:nvCxnSpPr>
        <p:spPr>
          <a:xfrm>
            <a:off x="0" y="4217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08" name="Google Shape;608;p17"/>
          <p:cNvCxnSpPr/>
          <p:nvPr/>
        </p:nvCxnSpPr>
        <p:spPr>
          <a:xfrm>
            <a:off x="0" y="4446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09" name="Google Shape;609;p17"/>
          <p:cNvCxnSpPr/>
          <p:nvPr/>
        </p:nvCxnSpPr>
        <p:spPr>
          <a:xfrm>
            <a:off x="0" y="4675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10" name="Google Shape;610;p17"/>
          <p:cNvCxnSpPr/>
          <p:nvPr/>
        </p:nvCxnSpPr>
        <p:spPr>
          <a:xfrm>
            <a:off x="0" y="4903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11" name="Google Shape;611;p17"/>
          <p:cNvCxnSpPr/>
          <p:nvPr/>
        </p:nvCxnSpPr>
        <p:spPr>
          <a:xfrm>
            <a:off x="0" y="939481"/>
            <a:ext cx="9144000" cy="0"/>
          </a:xfrm>
          <a:prstGeom prst="straightConnector1">
            <a:avLst/>
          </a:prstGeom>
          <a:noFill/>
          <a:ln cap="flat" cmpd="sng" w="9525">
            <a:solidFill>
              <a:schemeClr val="accent5"/>
            </a:solidFill>
            <a:prstDash val="solid"/>
            <a:round/>
            <a:headEnd len="sm" w="sm" type="none"/>
            <a:tailEnd len="sm" w="sm" type="none"/>
          </a:ln>
        </p:spPr>
      </p:cxnSp>
      <p:sp>
        <p:nvSpPr>
          <p:cNvPr id="612" name="Google Shape;612;p17"/>
          <p:cNvSpPr txBox="1"/>
          <p:nvPr>
            <p:ph type="title"/>
          </p:nvPr>
        </p:nvSpPr>
        <p:spPr>
          <a:xfrm>
            <a:off x="509725" y="525800"/>
            <a:ext cx="4785900" cy="600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13" name="Google Shape;613;p17"/>
          <p:cNvSpPr txBox="1"/>
          <p:nvPr>
            <p:ph idx="2" type="subTitle"/>
          </p:nvPr>
        </p:nvSpPr>
        <p:spPr>
          <a:xfrm rot="-182546">
            <a:off x="5376031" y="2587214"/>
            <a:ext cx="3108782" cy="501711"/>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4" name="Google Shape;614;p17"/>
          <p:cNvSpPr txBox="1"/>
          <p:nvPr>
            <p:ph idx="3" type="subTitle"/>
          </p:nvPr>
        </p:nvSpPr>
        <p:spPr>
          <a:xfrm rot="-182643">
            <a:off x="5853959" y="3074975"/>
            <a:ext cx="2977201" cy="1813059"/>
          </a:xfrm>
          <a:prstGeom prst="rect">
            <a:avLst/>
          </a:prstGeom>
        </p:spPr>
        <p:txBody>
          <a:bodyPr anchorCtr="0" anchor="t" bIns="91425" lIns="182875" spcFirstLastPara="1" rIns="91425" wrap="square" tIns="182875">
            <a:noAutofit/>
          </a:bodyPr>
          <a:lstStyle>
            <a:lvl1pPr lvl="0">
              <a:lnSpc>
                <a:spcPct val="100000"/>
              </a:lnSpc>
              <a:spcBef>
                <a:spcPts val="0"/>
              </a:spcBef>
              <a:spcAft>
                <a:spcPts val="0"/>
              </a:spcAft>
              <a:buSzPts val="12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6 Notes">
  <p:cSld name="CUSTOM_1_1_2_1">
    <p:spTree>
      <p:nvGrpSpPr>
        <p:cNvPr id="615" name="Shape 615"/>
        <p:cNvGrpSpPr/>
        <p:nvPr/>
      </p:nvGrpSpPr>
      <p:grpSpPr>
        <a:xfrm>
          <a:off x="0" y="0"/>
          <a:ext cx="0" cy="0"/>
          <a:chOff x="0" y="0"/>
          <a:chExt cx="0" cy="0"/>
        </a:xfrm>
      </p:grpSpPr>
      <p:sp>
        <p:nvSpPr>
          <p:cNvPr id="616" name="Google Shape;616;p18"/>
          <p:cNvSpPr txBox="1"/>
          <p:nvPr>
            <p:ph idx="1" type="subTitle"/>
          </p:nvPr>
        </p:nvSpPr>
        <p:spPr>
          <a:xfrm>
            <a:off x="267785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Font typeface="Arial"/>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7" name="Google Shape;617;p18"/>
          <p:cNvSpPr txBox="1"/>
          <p:nvPr>
            <p:ph type="title"/>
          </p:nvPr>
        </p:nvSpPr>
        <p:spPr>
          <a:xfrm>
            <a:off x="5278050" y="277788"/>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18" name="Google Shape;618;p18"/>
          <p:cNvSpPr txBox="1"/>
          <p:nvPr>
            <p:ph idx="2" type="title"/>
          </p:nvPr>
        </p:nvSpPr>
        <p:spPr>
          <a:xfrm>
            <a:off x="7518350" y="277788"/>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19" name="Google Shape;619;p18"/>
          <p:cNvSpPr txBox="1"/>
          <p:nvPr>
            <p:ph idx="3" type="title"/>
          </p:nvPr>
        </p:nvSpPr>
        <p:spPr>
          <a:xfrm>
            <a:off x="304517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20" name="Google Shape;620;p18"/>
          <p:cNvSpPr txBox="1"/>
          <p:nvPr>
            <p:ph idx="4" type="title"/>
          </p:nvPr>
        </p:nvSpPr>
        <p:spPr>
          <a:xfrm>
            <a:off x="527062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21" name="Google Shape;621;p18"/>
          <p:cNvSpPr txBox="1"/>
          <p:nvPr>
            <p:ph idx="5" type="title"/>
          </p:nvPr>
        </p:nvSpPr>
        <p:spPr>
          <a:xfrm>
            <a:off x="751092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22" name="Google Shape;622;p18"/>
          <p:cNvSpPr txBox="1"/>
          <p:nvPr>
            <p:ph idx="6" type="title"/>
          </p:nvPr>
        </p:nvSpPr>
        <p:spPr>
          <a:xfrm>
            <a:off x="521275" y="525800"/>
            <a:ext cx="1897500" cy="143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3" name="Google Shape;623;p18"/>
          <p:cNvSpPr/>
          <p:nvPr/>
        </p:nvSpPr>
        <p:spPr>
          <a:xfrm>
            <a:off x="673550" y="3164224"/>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24" name="Google Shape;624;p18"/>
          <p:cNvSpPr/>
          <p:nvPr/>
        </p:nvSpPr>
        <p:spPr>
          <a:xfrm>
            <a:off x="673550" y="3413020"/>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25" name="Google Shape;625;p18"/>
          <p:cNvSpPr/>
          <p:nvPr/>
        </p:nvSpPr>
        <p:spPr>
          <a:xfrm>
            <a:off x="673550" y="3661816"/>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26" name="Google Shape;626;p18"/>
          <p:cNvSpPr/>
          <p:nvPr/>
        </p:nvSpPr>
        <p:spPr>
          <a:xfrm>
            <a:off x="673550" y="3910626"/>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27" name="Google Shape;627;p18"/>
          <p:cNvSpPr/>
          <p:nvPr/>
        </p:nvSpPr>
        <p:spPr>
          <a:xfrm>
            <a:off x="673550" y="4159422"/>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28" name="Google Shape;628;p18"/>
          <p:cNvSpPr/>
          <p:nvPr/>
        </p:nvSpPr>
        <p:spPr>
          <a:xfrm>
            <a:off x="673550" y="4408217"/>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grpSp>
        <p:nvGrpSpPr>
          <p:cNvPr id="629" name="Google Shape;629;p18"/>
          <p:cNvGrpSpPr/>
          <p:nvPr/>
        </p:nvGrpSpPr>
        <p:grpSpPr>
          <a:xfrm>
            <a:off x="666102" y="3359600"/>
            <a:ext cx="1540800" cy="1232286"/>
            <a:chOff x="666102" y="3359600"/>
            <a:chExt cx="1540800" cy="1232286"/>
          </a:xfrm>
        </p:grpSpPr>
        <p:cxnSp>
          <p:nvCxnSpPr>
            <p:cNvPr id="630" name="Google Shape;630;p18"/>
            <p:cNvCxnSpPr/>
            <p:nvPr/>
          </p:nvCxnSpPr>
          <p:spPr>
            <a:xfrm>
              <a:off x="666102" y="3359600"/>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31" name="Google Shape;631;p18"/>
            <p:cNvCxnSpPr/>
            <p:nvPr/>
          </p:nvCxnSpPr>
          <p:spPr>
            <a:xfrm>
              <a:off x="666102" y="3603081"/>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32" name="Google Shape;632;p18"/>
            <p:cNvCxnSpPr/>
            <p:nvPr/>
          </p:nvCxnSpPr>
          <p:spPr>
            <a:xfrm>
              <a:off x="666102" y="3846561"/>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33" name="Google Shape;633;p18"/>
            <p:cNvCxnSpPr/>
            <p:nvPr/>
          </p:nvCxnSpPr>
          <p:spPr>
            <a:xfrm>
              <a:off x="666102" y="4090042"/>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34" name="Google Shape;634;p18"/>
            <p:cNvCxnSpPr/>
            <p:nvPr/>
          </p:nvCxnSpPr>
          <p:spPr>
            <a:xfrm>
              <a:off x="666102" y="4340963"/>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35" name="Google Shape;635;p18"/>
            <p:cNvCxnSpPr/>
            <p:nvPr/>
          </p:nvCxnSpPr>
          <p:spPr>
            <a:xfrm>
              <a:off x="666102" y="4591886"/>
              <a:ext cx="1540800" cy="0"/>
            </a:xfrm>
            <a:prstGeom prst="straightConnector1">
              <a:avLst/>
            </a:prstGeom>
            <a:noFill/>
            <a:ln cap="flat" cmpd="sng" w="9525">
              <a:solidFill>
                <a:schemeClr val="accent5"/>
              </a:solidFill>
              <a:prstDash val="solid"/>
              <a:round/>
              <a:headEnd len="sm" w="sm" type="none"/>
              <a:tailEnd len="sm" w="sm" type="none"/>
            </a:ln>
          </p:spPr>
        </p:cxnSp>
      </p:grpSp>
      <p:cxnSp>
        <p:nvCxnSpPr>
          <p:cNvPr id="636" name="Google Shape;636;p18"/>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637" name="Google Shape;637;p18"/>
          <p:cNvGrpSpPr/>
          <p:nvPr/>
        </p:nvGrpSpPr>
        <p:grpSpPr>
          <a:xfrm>
            <a:off x="114406" y="175123"/>
            <a:ext cx="134104" cy="4750255"/>
            <a:chOff x="114406" y="175123"/>
            <a:chExt cx="134104" cy="4750255"/>
          </a:xfrm>
        </p:grpSpPr>
        <p:grpSp>
          <p:nvGrpSpPr>
            <p:cNvPr id="638" name="Google Shape;638;p18"/>
            <p:cNvGrpSpPr/>
            <p:nvPr/>
          </p:nvGrpSpPr>
          <p:grpSpPr>
            <a:xfrm>
              <a:off x="114406" y="175123"/>
              <a:ext cx="134104" cy="4334807"/>
              <a:chOff x="5432271" y="383100"/>
              <a:chExt cx="137854" cy="4456010"/>
            </a:xfrm>
          </p:grpSpPr>
          <p:grpSp>
            <p:nvGrpSpPr>
              <p:cNvPr id="639" name="Google Shape;639;p18"/>
              <p:cNvGrpSpPr/>
              <p:nvPr/>
            </p:nvGrpSpPr>
            <p:grpSpPr>
              <a:xfrm>
                <a:off x="5432271" y="383100"/>
                <a:ext cx="137854" cy="981668"/>
                <a:chOff x="5432271" y="383100"/>
                <a:chExt cx="137854" cy="981668"/>
              </a:xfrm>
            </p:grpSpPr>
            <p:sp>
              <p:nvSpPr>
                <p:cNvPr id="640" name="Google Shape;640;p18"/>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41" name="Google Shape;641;p18"/>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42" name="Google Shape;642;p18"/>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43" name="Google Shape;643;p18"/>
              <p:cNvGrpSpPr/>
              <p:nvPr/>
            </p:nvGrpSpPr>
            <p:grpSpPr>
              <a:xfrm>
                <a:off x="5432271" y="1678500"/>
                <a:ext cx="137854" cy="981668"/>
                <a:chOff x="5432271" y="383100"/>
                <a:chExt cx="137854" cy="981668"/>
              </a:xfrm>
            </p:grpSpPr>
            <p:sp>
              <p:nvSpPr>
                <p:cNvPr id="644" name="Google Shape;644;p18"/>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45" name="Google Shape;645;p18"/>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46" name="Google Shape;646;p18"/>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47" name="Google Shape;647;p18"/>
              <p:cNvGrpSpPr/>
              <p:nvPr/>
            </p:nvGrpSpPr>
            <p:grpSpPr>
              <a:xfrm>
                <a:off x="5432271" y="2973900"/>
                <a:ext cx="137854" cy="981668"/>
                <a:chOff x="5432271" y="383100"/>
                <a:chExt cx="137854" cy="981668"/>
              </a:xfrm>
            </p:grpSpPr>
            <p:sp>
              <p:nvSpPr>
                <p:cNvPr id="648" name="Google Shape;648;p18"/>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49" name="Google Shape;649;p18"/>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50" name="Google Shape;650;p18"/>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51" name="Google Shape;651;p18"/>
              <p:cNvGrpSpPr/>
              <p:nvPr/>
            </p:nvGrpSpPr>
            <p:grpSpPr>
              <a:xfrm>
                <a:off x="5432271" y="4269300"/>
                <a:ext cx="137854" cy="569810"/>
                <a:chOff x="5432271" y="383100"/>
                <a:chExt cx="137854" cy="569810"/>
              </a:xfrm>
            </p:grpSpPr>
            <p:sp>
              <p:nvSpPr>
                <p:cNvPr id="652" name="Google Shape;652;p18"/>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53" name="Google Shape;653;p18"/>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654" name="Google Shape;654;p18"/>
            <p:cNvSpPr/>
            <p:nvPr/>
          </p:nvSpPr>
          <p:spPr>
            <a:xfrm>
              <a:off x="115150" y="4798178"/>
              <a:ext cx="132600" cy="127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655" name="Google Shape;655;p18"/>
          <p:cNvSpPr txBox="1"/>
          <p:nvPr>
            <p:ph idx="7" type="title"/>
          </p:nvPr>
        </p:nvSpPr>
        <p:spPr>
          <a:xfrm rot="-269417">
            <a:off x="593100" y="2197119"/>
            <a:ext cx="1597905" cy="680076"/>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200">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56" name="Google Shape;656;p18"/>
          <p:cNvSpPr txBox="1"/>
          <p:nvPr>
            <p:ph idx="8" type="title"/>
          </p:nvPr>
        </p:nvSpPr>
        <p:spPr>
          <a:xfrm>
            <a:off x="3052600" y="277788"/>
            <a:ext cx="1032000" cy="292200"/>
          </a:xfrm>
          <a:prstGeom prst="rect">
            <a:avLst/>
          </a:prstGeom>
          <a:solidFill>
            <a:schemeClr val="dk2"/>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57" name="Google Shape;657;p18"/>
          <p:cNvSpPr txBox="1"/>
          <p:nvPr>
            <p:ph idx="9" type="subTitle"/>
          </p:nvPr>
        </p:nvSpPr>
        <p:spPr>
          <a:xfrm>
            <a:off x="486600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8" name="Google Shape;658;p18"/>
          <p:cNvSpPr txBox="1"/>
          <p:nvPr>
            <p:ph idx="13" type="subTitle"/>
          </p:nvPr>
        </p:nvSpPr>
        <p:spPr>
          <a:xfrm>
            <a:off x="708560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9" name="Google Shape;659;p18"/>
          <p:cNvSpPr txBox="1"/>
          <p:nvPr>
            <p:ph idx="14" type="subTitle"/>
          </p:nvPr>
        </p:nvSpPr>
        <p:spPr>
          <a:xfrm>
            <a:off x="267785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0" name="Google Shape;660;p18"/>
          <p:cNvSpPr txBox="1"/>
          <p:nvPr>
            <p:ph idx="15" type="subTitle"/>
          </p:nvPr>
        </p:nvSpPr>
        <p:spPr>
          <a:xfrm>
            <a:off x="486600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1" name="Google Shape;661;p18"/>
          <p:cNvSpPr txBox="1"/>
          <p:nvPr>
            <p:ph idx="16" type="subTitle"/>
          </p:nvPr>
        </p:nvSpPr>
        <p:spPr>
          <a:xfrm>
            <a:off x="708560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2">
    <p:bg>
      <p:bgPr>
        <a:solidFill>
          <a:schemeClr val="lt2"/>
        </a:solidFill>
      </p:bgPr>
    </p:bg>
    <p:spTree>
      <p:nvGrpSpPr>
        <p:cNvPr id="662" name="Shape 662"/>
        <p:cNvGrpSpPr/>
        <p:nvPr/>
      </p:nvGrpSpPr>
      <p:grpSpPr>
        <a:xfrm>
          <a:off x="0" y="0"/>
          <a:ext cx="0" cy="0"/>
          <a:chOff x="0" y="0"/>
          <a:chExt cx="0" cy="0"/>
        </a:xfrm>
      </p:grpSpPr>
      <p:sp>
        <p:nvSpPr>
          <p:cNvPr id="663" name="Google Shape;663;p19"/>
          <p:cNvSpPr/>
          <p:nvPr/>
        </p:nvSpPr>
        <p:spPr>
          <a:xfrm>
            <a:off x="2341800" y="0"/>
            <a:ext cx="6802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64" name="Google Shape;664;p19"/>
          <p:cNvSpPr txBox="1"/>
          <p:nvPr>
            <p:ph idx="1" type="body"/>
          </p:nvPr>
        </p:nvSpPr>
        <p:spPr>
          <a:xfrm>
            <a:off x="2802500" y="100140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grpSp>
        <p:nvGrpSpPr>
          <p:cNvPr id="665" name="Google Shape;665;p19"/>
          <p:cNvGrpSpPr/>
          <p:nvPr/>
        </p:nvGrpSpPr>
        <p:grpSpPr>
          <a:xfrm rot="5400000">
            <a:off x="6680877" y="-2076119"/>
            <a:ext cx="184470" cy="4334807"/>
            <a:chOff x="5380497" y="383100"/>
            <a:chExt cx="189628" cy="4456010"/>
          </a:xfrm>
        </p:grpSpPr>
        <p:grpSp>
          <p:nvGrpSpPr>
            <p:cNvPr id="666" name="Google Shape;666;p19"/>
            <p:cNvGrpSpPr/>
            <p:nvPr/>
          </p:nvGrpSpPr>
          <p:grpSpPr>
            <a:xfrm>
              <a:off x="5380497" y="383100"/>
              <a:ext cx="189628" cy="981668"/>
              <a:chOff x="5380497" y="383100"/>
              <a:chExt cx="189628" cy="981668"/>
            </a:xfrm>
          </p:grpSpPr>
          <p:grpSp>
            <p:nvGrpSpPr>
              <p:cNvPr id="667" name="Google Shape;667;p19"/>
              <p:cNvGrpSpPr/>
              <p:nvPr/>
            </p:nvGrpSpPr>
            <p:grpSpPr>
              <a:xfrm>
                <a:off x="5380497" y="383100"/>
                <a:ext cx="187974" cy="130800"/>
                <a:chOff x="4804925" y="764100"/>
                <a:chExt cx="187974" cy="130800"/>
              </a:xfrm>
            </p:grpSpPr>
            <p:sp>
              <p:nvSpPr>
                <p:cNvPr id="668" name="Google Shape;668;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69" name="Google Shape;669;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70" name="Google Shape;670;p19"/>
              <p:cNvGrpSpPr/>
              <p:nvPr/>
            </p:nvGrpSpPr>
            <p:grpSpPr>
              <a:xfrm>
                <a:off x="5382151" y="822110"/>
                <a:ext cx="187974" cy="130800"/>
                <a:chOff x="4804925" y="764100"/>
                <a:chExt cx="187974" cy="130800"/>
              </a:xfrm>
            </p:grpSpPr>
            <p:sp>
              <p:nvSpPr>
                <p:cNvPr id="671" name="Google Shape;671;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72" name="Google Shape;672;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73" name="Google Shape;673;p19"/>
              <p:cNvGrpSpPr/>
              <p:nvPr/>
            </p:nvGrpSpPr>
            <p:grpSpPr>
              <a:xfrm>
                <a:off x="5382151" y="1233968"/>
                <a:ext cx="187974" cy="130800"/>
                <a:chOff x="4804925" y="764100"/>
                <a:chExt cx="187974" cy="130800"/>
              </a:xfrm>
            </p:grpSpPr>
            <p:sp>
              <p:nvSpPr>
                <p:cNvPr id="674" name="Google Shape;674;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75" name="Google Shape;675;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676" name="Google Shape;676;p19"/>
            <p:cNvGrpSpPr/>
            <p:nvPr/>
          </p:nvGrpSpPr>
          <p:grpSpPr>
            <a:xfrm>
              <a:off x="5380497" y="1678500"/>
              <a:ext cx="189628" cy="981668"/>
              <a:chOff x="5380497" y="383100"/>
              <a:chExt cx="189628" cy="981668"/>
            </a:xfrm>
          </p:grpSpPr>
          <p:grpSp>
            <p:nvGrpSpPr>
              <p:cNvPr id="677" name="Google Shape;677;p19"/>
              <p:cNvGrpSpPr/>
              <p:nvPr/>
            </p:nvGrpSpPr>
            <p:grpSpPr>
              <a:xfrm>
                <a:off x="5380497" y="383100"/>
                <a:ext cx="187974" cy="130800"/>
                <a:chOff x="4804925" y="764100"/>
                <a:chExt cx="187974" cy="130800"/>
              </a:xfrm>
            </p:grpSpPr>
            <p:sp>
              <p:nvSpPr>
                <p:cNvPr id="678" name="Google Shape;678;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79" name="Google Shape;679;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80" name="Google Shape;680;p19"/>
              <p:cNvGrpSpPr/>
              <p:nvPr/>
            </p:nvGrpSpPr>
            <p:grpSpPr>
              <a:xfrm>
                <a:off x="5382151" y="822110"/>
                <a:ext cx="187974" cy="130800"/>
                <a:chOff x="4804925" y="764100"/>
                <a:chExt cx="187974" cy="130800"/>
              </a:xfrm>
            </p:grpSpPr>
            <p:sp>
              <p:nvSpPr>
                <p:cNvPr id="681" name="Google Shape;681;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82" name="Google Shape;682;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83" name="Google Shape;683;p19"/>
              <p:cNvGrpSpPr/>
              <p:nvPr/>
            </p:nvGrpSpPr>
            <p:grpSpPr>
              <a:xfrm>
                <a:off x="5382151" y="1233968"/>
                <a:ext cx="187974" cy="130800"/>
                <a:chOff x="4804925" y="764100"/>
                <a:chExt cx="187974" cy="130800"/>
              </a:xfrm>
            </p:grpSpPr>
            <p:sp>
              <p:nvSpPr>
                <p:cNvPr id="684" name="Google Shape;684;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85" name="Google Shape;685;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686" name="Google Shape;686;p19"/>
            <p:cNvGrpSpPr/>
            <p:nvPr/>
          </p:nvGrpSpPr>
          <p:grpSpPr>
            <a:xfrm>
              <a:off x="5380497" y="2973900"/>
              <a:ext cx="189628" cy="981668"/>
              <a:chOff x="5380497" y="383100"/>
              <a:chExt cx="189628" cy="981668"/>
            </a:xfrm>
          </p:grpSpPr>
          <p:grpSp>
            <p:nvGrpSpPr>
              <p:cNvPr id="687" name="Google Shape;687;p19"/>
              <p:cNvGrpSpPr/>
              <p:nvPr/>
            </p:nvGrpSpPr>
            <p:grpSpPr>
              <a:xfrm>
                <a:off x="5380497" y="383100"/>
                <a:ext cx="187974" cy="130800"/>
                <a:chOff x="4804925" y="764100"/>
                <a:chExt cx="187974" cy="130800"/>
              </a:xfrm>
            </p:grpSpPr>
            <p:sp>
              <p:nvSpPr>
                <p:cNvPr id="688" name="Google Shape;688;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89" name="Google Shape;689;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90" name="Google Shape;690;p19"/>
              <p:cNvGrpSpPr/>
              <p:nvPr/>
            </p:nvGrpSpPr>
            <p:grpSpPr>
              <a:xfrm>
                <a:off x="5382151" y="822110"/>
                <a:ext cx="187974" cy="130800"/>
                <a:chOff x="4804925" y="764100"/>
                <a:chExt cx="187974" cy="130800"/>
              </a:xfrm>
            </p:grpSpPr>
            <p:sp>
              <p:nvSpPr>
                <p:cNvPr id="691" name="Google Shape;691;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2" name="Google Shape;692;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93" name="Google Shape;693;p19"/>
              <p:cNvGrpSpPr/>
              <p:nvPr/>
            </p:nvGrpSpPr>
            <p:grpSpPr>
              <a:xfrm>
                <a:off x="5382151" y="1233968"/>
                <a:ext cx="187974" cy="130800"/>
                <a:chOff x="4804925" y="764100"/>
                <a:chExt cx="187974" cy="130800"/>
              </a:xfrm>
            </p:grpSpPr>
            <p:sp>
              <p:nvSpPr>
                <p:cNvPr id="694" name="Google Shape;694;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5" name="Google Shape;695;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696" name="Google Shape;696;p19"/>
            <p:cNvGrpSpPr/>
            <p:nvPr/>
          </p:nvGrpSpPr>
          <p:grpSpPr>
            <a:xfrm>
              <a:off x="5380497" y="4269300"/>
              <a:ext cx="189628" cy="569810"/>
              <a:chOff x="5380497" y="383100"/>
              <a:chExt cx="189628" cy="569810"/>
            </a:xfrm>
          </p:grpSpPr>
          <p:grpSp>
            <p:nvGrpSpPr>
              <p:cNvPr id="697" name="Google Shape;697;p19"/>
              <p:cNvGrpSpPr/>
              <p:nvPr/>
            </p:nvGrpSpPr>
            <p:grpSpPr>
              <a:xfrm>
                <a:off x="5380497" y="383100"/>
                <a:ext cx="187974" cy="130800"/>
                <a:chOff x="4804925" y="764100"/>
                <a:chExt cx="187974" cy="130800"/>
              </a:xfrm>
            </p:grpSpPr>
            <p:sp>
              <p:nvSpPr>
                <p:cNvPr id="698" name="Google Shape;698;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9" name="Google Shape;699;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00" name="Google Shape;700;p19"/>
              <p:cNvGrpSpPr/>
              <p:nvPr/>
            </p:nvGrpSpPr>
            <p:grpSpPr>
              <a:xfrm>
                <a:off x="5382151" y="822110"/>
                <a:ext cx="187974" cy="130800"/>
                <a:chOff x="4804925" y="764100"/>
                <a:chExt cx="187974" cy="130800"/>
              </a:xfrm>
            </p:grpSpPr>
            <p:sp>
              <p:nvSpPr>
                <p:cNvPr id="701" name="Google Shape;701;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02" name="Google Shape;702;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703" name="Google Shape;703;p19"/>
          <p:cNvGrpSpPr/>
          <p:nvPr/>
        </p:nvGrpSpPr>
        <p:grpSpPr>
          <a:xfrm rot="5400000">
            <a:off x="3292843" y="-815956"/>
            <a:ext cx="184470" cy="1814476"/>
            <a:chOff x="5380497" y="383100"/>
            <a:chExt cx="189628" cy="1865210"/>
          </a:xfrm>
        </p:grpSpPr>
        <p:grpSp>
          <p:nvGrpSpPr>
            <p:cNvPr id="704" name="Google Shape;704;p19"/>
            <p:cNvGrpSpPr/>
            <p:nvPr/>
          </p:nvGrpSpPr>
          <p:grpSpPr>
            <a:xfrm>
              <a:off x="5380497" y="383100"/>
              <a:ext cx="189628" cy="981668"/>
              <a:chOff x="5380497" y="383100"/>
              <a:chExt cx="189628" cy="981668"/>
            </a:xfrm>
          </p:grpSpPr>
          <p:grpSp>
            <p:nvGrpSpPr>
              <p:cNvPr id="705" name="Google Shape;705;p19"/>
              <p:cNvGrpSpPr/>
              <p:nvPr/>
            </p:nvGrpSpPr>
            <p:grpSpPr>
              <a:xfrm>
                <a:off x="5380497" y="383100"/>
                <a:ext cx="187974" cy="130800"/>
                <a:chOff x="4804925" y="764100"/>
                <a:chExt cx="187974" cy="130800"/>
              </a:xfrm>
            </p:grpSpPr>
            <p:sp>
              <p:nvSpPr>
                <p:cNvPr id="706" name="Google Shape;706;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07" name="Google Shape;707;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08" name="Google Shape;708;p19"/>
              <p:cNvGrpSpPr/>
              <p:nvPr/>
            </p:nvGrpSpPr>
            <p:grpSpPr>
              <a:xfrm>
                <a:off x="5382151" y="822110"/>
                <a:ext cx="187974" cy="130800"/>
                <a:chOff x="4804925" y="764100"/>
                <a:chExt cx="187974" cy="130800"/>
              </a:xfrm>
            </p:grpSpPr>
            <p:sp>
              <p:nvSpPr>
                <p:cNvPr id="709" name="Google Shape;709;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10" name="Google Shape;710;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11" name="Google Shape;711;p19"/>
              <p:cNvGrpSpPr/>
              <p:nvPr/>
            </p:nvGrpSpPr>
            <p:grpSpPr>
              <a:xfrm>
                <a:off x="5382151" y="1233968"/>
                <a:ext cx="187974" cy="130800"/>
                <a:chOff x="4804925" y="764100"/>
                <a:chExt cx="187974" cy="130800"/>
              </a:xfrm>
            </p:grpSpPr>
            <p:sp>
              <p:nvSpPr>
                <p:cNvPr id="712" name="Google Shape;712;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13" name="Google Shape;713;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14" name="Google Shape;714;p19"/>
            <p:cNvGrpSpPr/>
            <p:nvPr/>
          </p:nvGrpSpPr>
          <p:grpSpPr>
            <a:xfrm>
              <a:off x="5380497" y="1678500"/>
              <a:ext cx="189628" cy="569810"/>
              <a:chOff x="5380497" y="383100"/>
              <a:chExt cx="189628" cy="569810"/>
            </a:xfrm>
          </p:grpSpPr>
          <p:grpSp>
            <p:nvGrpSpPr>
              <p:cNvPr id="715" name="Google Shape;715;p19"/>
              <p:cNvGrpSpPr/>
              <p:nvPr/>
            </p:nvGrpSpPr>
            <p:grpSpPr>
              <a:xfrm>
                <a:off x="5380497" y="383100"/>
                <a:ext cx="187974" cy="130800"/>
                <a:chOff x="4804925" y="764100"/>
                <a:chExt cx="187974" cy="130800"/>
              </a:xfrm>
            </p:grpSpPr>
            <p:sp>
              <p:nvSpPr>
                <p:cNvPr id="716" name="Google Shape;716;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17" name="Google Shape;717;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18" name="Google Shape;718;p19"/>
              <p:cNvGrpSpPr/>
              <p:nvPr/>
            </p:nvGrpSpPr>
            <p:grpSpPr>
              <a:xfrm>
                <a:off x="5382151" y="822110"/>
                <a:ext cx="187974" cy="130800"/>
                <a:chOff x="4804925" y="764100"/>
                <a:chExt cx="187974" cy="130800"/>
              </a:xfrm>
            </p:grpSpPr>
            <p:sp>
              <p:nvSpPr>
                <p:cNvPr id="719" name="Google Shape;719;p19"/>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20" name="Google Shape;720;p19"/>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721" name="Google Shape;721;p19"/>
          <p:cNvSpPr txBox="1"/>
          <p:nvPr>
            <p:ph type="title"/>
          </p:nvPr>
        </p:nvSpPr>
        <p:spPr>
          <a:xfrm>
            <a:off x="423975" y="3065225"/>
            <a:ext cx="1758900" cy="1847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0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cxnSp>
        <p:nvCxnSpPr>
          <p:cNvPr id="722" name="Google Shape;722;p19"/>
          <p:cNvCxnSpPr/>
          <p:nvPr/>
        </p:nvCxnSpPr>
        <p:spPr>
          <a:xfrm>
            <a:off x="249750" y="-22275"/>
            <a:ext cx="0" cy="5177400"/>
          </a:xfrm>
          <a:prstGeom prst="straightConnector1">
            <a:avLst/>
          </a:prstGeom>
          <a:noFill/>
          <a:ln cap="flat" cmpd="sng" w="9525">
            <a:solidFill>
              <a:schemeClr val="accent5"/>
            </a:solidFill>
            <a:prstDash val="solid"/>
            <a:round/>
            <a:headEnd len="sm" w="sm" type="none"/>
            <a:tailEnd len="sm" w="sm" type="none"/>
          </a:ln>
        </p:spPr>
      </p:cxnSp>
      <p:cxnSp>
        <p:nvCxnSpPr>
          <p:cNvPr id="723" name="Google Shape;723;p19"/>
          <p:cNvCxnSpPr/>
          <p:nvPr/>
        </p:nvCxnSpPr>
        <p:spPr>
          <a:xfrm>
            <a:off x="177000" y="-14750"/>
            <a:ext cx="0" cy="5158200"/>
          </a:xfrm>
          <a:prstGeom prst="straightConnector1">
            <a:avLst/>
          </a:prstGeom>
          <a:noFill/>
          <a:ln cap="flat" cmpd="sng" w="9525">
            <a:solidFill>
              <a:schemeClr val="accent5"/>
            </a:solidFill>
            <a:prstDash val="solid"/>
            <a:round/>
            <a:headEnd len="sm" w="sm" type="none"/>
            <a:tailEnd len="sm" w="sm" type="none"/>
          </a:ln>
        </p:spPr>
      </p:cxnSp>
      <p:sp>
        <p:nvSpPr>
          <p:cNvPr id="724" name="Google Shape;724;p19"/>
          <p:cNvSpPr txBox="1"/>
          <p:nvPr>
            <p:ph idx="2" type="title"/>
          </p:nvPr>
        </p:nvSpPr>
        <p:spPr>
          <a:xfrm>
            <a:off x="2802725" y="49230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25" name="Google Shape;725;p19"/>
          <p:cNvSpPr txBox="1"/>
          <p:nvPr>
            <p:ph idx="3" type="body"/>
          </p:nvPr>
        </p:nvSpPr>
        <p:spPr>
          <a:xfrm>
            <a:off x="6214525" y="100140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26" name="Google Shape;726;p19"/>
          <p:cNvSpPr txBox="1"/>
          <p:nvPr>
            <p:ph idx="4" type="title"/>
          </p:nvPr>
        </p:nvSpPr>
        <p:spPr>
          <a:xfrm>
            <a:off x="6214750" y="49230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27" name="Google Shape;727;p19"/>
          <p:cNvSpPr txBox="1"/>
          <p:nvPr>
            <p:ph idx="5" type="body"/>
          </p:nvPr>
        </p:nvSpPr>
        <p:spPr>
          <a:xfrm>
            <a:off x="2802500" y="344235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28" name="Google Shape;728;p19"/>
          <p:cNvSpPr txBox="1"/>
          <p:nvPr>
            <p:ph idx="6" type="title"/>
          </p:nvPr>
        </p:nvSpPr>
        <p:spPr>
          <a:xfrm>
            <a:off x="2802725" y="293325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29" name="Google Shape;729;p19"/>
          <p:cNvSpPr txBox="1"/>
          <p:nvPr>
            <p:ph idx="7" type="body"/>
          </p:nvPr>
        </p:nvSpPr>
        <p:spPr>
          <a:xfrm>
            <a:off x="6214525" y="344235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30" name="Google Shape;730;p19"/>
          <p:cNvSpPr txBox="1"/>
          <p:nvPr>
            <p:ph idx="8" type="title"/>
          </p:nvPr>
        </p:nvSpPr>
        <p:spPr>
          <a:xfrm>
            <a:off x="6214750" y="293325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 Agenda 1">
  <p:cSld name="BLANK_1_1_1_1_1_1_1_1_1_3">
    <p:bg>
      <p:bgPr>
        <a:solidFill>
          <a:schemeClr val="lt1"/>
        </a:solidFill>
      </p:bgPr>
    </p:bg>
    <p:spTree>
      <p:nvGrpSpPr>
        <p:cNvPr id="731" name="Shape 731"/>
        <p:cNvGrpSpPr/>
        <p:nvPr/>
      </p:nvGrpSpPr>
      <p:grpSpPr>
        <a:xfrm>
          <a:off x="0" y="0"/>
          <a:ext cx="0" cy="0"/>
          <a:chOff x="0" y="0"/>
          <a:chExt cx="0" cy="0"/>
        </a:xfrm>
      </p:grpSpPr>
      <p:sp>
        <p:nvSpPr>
          <p:cNvPr id="732" name="Google Shape;732;p20"/>
          <p:cNvSpPr/>
          <p:nvPr/>
        </p:nvSpPr>
        <p:spPr>
          <a:xfrm>
            <a:off x="995475" y="201175"/>
            <a:ext cx="7341600" cy="4557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3" name="Google Shape;733;p20"/>
          <p:cNvSpPr/>
          <p:nvPr/>
        </p:nvSpPr>
        <p:spPr>
          <a:xfrm>
            <a:off x="1128250" y="276575"/>
            <a:ext cx="7108800" cy="4517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4" name="Google Shape;734;p20"/>
          <p:cNvSpPr/>
          <p:nvPr/>
        </p:nvSpPr>
        <p:spPr>
          <a:xfrm>
            <a:off x="4407875" y="312925"/>
            <a:ext cx="3729600" cy="45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5" name="Google Shape;735;p20"/>
          <p:cNvSpPr/>
          <p:nvPr/>
        </p:nvSpPr>
        <p:spPr>
          <a:xfrm>
            <a:off x="1217200" y="312875"/>
            <a:ext cx="3165000" cy="45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736" name="Google Shape;736;p20"/>
          <p:cNvGrpSpPr/>
          <p:nvPr/>
        </p:nvGrpSpPr>
        <p:grpSpPr>
          <a:xfrm>
            <a:off x="1211779" y="312875"/>
            <a:ext cx="3165000" cy="4517700"/>
            <a:chOff x="1211779" y="312875"/>
            <a:chExt cx="3165000" cy="4517700"/>
          </a:xfrm>
        </p:grpSpPr>
        <p:cxnSp>
          <p:nvCxnSpPr>
            <p:cNvPr id="737" name="Google Shape;737;p20"/>
            <p:cNvCxnSpPr/>
            <p:nvPr/>
          </p:nvCxnSpPr>
          <p:spPr>
            <a:xfrm>
              <a:off x="3624778" y="3128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38" name="Google Shape;738;p20"/>
            <p:cNvCxnSpPr/>
            <p:nvPr/>
          </p:nvCxnSpPr>
          <p:spPr>
            <a:xfrm>
              <a:off x="4031178" y="312875"/>
              <a:ext cx="0" cy="4517700"/>
            </a:xfrm>
            <a:prstGeom prst="straightConnector1">
              <a:avLst/>
            </a:prstGeom>
            <a:noFill/>
            <a:ln cap="flat" cmpd="sng" w="9525">
              <a:solidFill>
                <a:schemeClr val="accent5"/>
              </a:solidFill>
              <a:prstDash val="solid"/>
              <a:round/>
              <a:headEnd len="sm" w="sm" type="none"/>
              <a:tailEnd len="sm" w="sm" type="none"/>
            </a:ln>
          </p:spPr>
        </p:cxnSp>
        <p:grpSp>
          <p:nvGrpSpPr>
            <p:cNvPr id="739" name="Google Shape;739;p20"/>
            <p:cNvGrpSpPr/>
            <p:nvPr/>
          </p:nvGrpSpPr>
          <p:grpSpPr>
            <a:xfrm>
              <a:off x="1211779" y="312875"/>
              <a:ext cx="3165000" cy="4517700"/>
              <a:chOff x="462650" y="259175"/>
              <a:chExt cx="3165000" cy="4517700"/>
            </a:xfrm>
          </p:grpSpPr>
          <p:cxnSp>
            <p:nvCxnSpPr>
              <p:cNvPr id="740" name="Google Shape;740;p20"/>
              <p:cNvCxnSpPr/>
              <p:nvPr/>
            </p:nvCxnSpPr>
            <p:spPr>
              <a:xfrm>
                <a:off x="8436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41" name="Google Shape;741;p20"/>
              <p:cNvCxnSpPr/>
              <p:nvPr/>
            </p:nvCxnSpPr>
            <p:spPr>
              <a:xfrm>
                <a:off x="12500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42" name="Google Shape;742;p20"/>
              <p:cNvCxnSpPr/>
              <p:nvPr/>
            </p:nvCxnSpPr>
            <p:spPr>
              <a:xfrm>
                <a:off x="16564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43" name="Google Shape;743;p20"/>
              <p:cNvCxnSpPr/>
              <p:nvPr/>
            </p:nvCxnSpPr>
            <p:spPr>
              <a:xfrm>
                <a:off x="20628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44" name="Google Shape;744;p20"/>
              <p:cNvCxnSpPr/>
              <p:nvPr/>
            </p:nvCxnSpPr>
            <p:spPr>
              <a:xfrm>
                <a:off x="24692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45" name="Google Shape;745;p20"/>
              <p:cNvCxnSpPr/>
              <p:nvPr/>
            </p:nvCxnSpPr>
            <p:spPr>
              <a:xfrm>
                <a:off x="462650" y="674900"/>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46" name="Google Shape;746;p20"/>
              <p:cNvCxnSpPr/>
              <p:nvPr/>
            </p:nvCxnSpPr>
            <p:spPr>
              <a:xfrm>
                <a:off x="462650" y="1075858"/>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47" name="Google Shape;747;p20"/>
              <p:cNvCxnSpPr/>
              <p:nvPr/>
            </p:nvCxnSpPr>
            <p:spPr>
              <a:xfrm>
                <a:off x="462650" y="1476817"/>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48" name="Google Shape;748;p20"/>
              <p:cNvCxnSpPr/>
              <p:nvPr/>
            </p:nvCxnSpPr>
            <p:spPr>
              <a:xfrm>
                <a:off x="462650" y="1877775"/>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49" name="Google Shape;749;p20"/>
              <p:cNvCxnSpPr/>
              <p:nvPr/>
            </p:nvCxnSpPr>
            <p:spPr>
              <a:xfrm>
                <a:off x="462650" y="2278733"/>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50" name="Google Shape;750;p20"/>
              <p:cNvCxnSpPr/>
              <p:nvPr/>
            </p:nvCxnSpPr>
            <p:spPr>
              <a:xfrm>
                <a:off x="462650" y="2679692"/>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51" name="Google Shape;751;p20"/>
              <p:cNvCxnSpPr/>
              <p:nvPr/>
            </p:nvCxnSpPr>
            <p:spPr>
              <a:xfrm>
                <a:off x="462650" y="3080650"/>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52" name="Google Shape;752;p20"/>
              <p:cNvCxnSpPr/>
              <p:nvPr/>
            </p:nvCxnSpPr>
            <p:spPr>
              <a:xfrm>
                <a:off x="462650" y="3481608"/>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53" name="Google Shape;753;p20"/>
              <p:cNvCxnSpPr/>
              <p:nvPr/>
            </p:nvCxnSpPr>
            <p:spPr>
              <a:xfrm>
                <a:off x="462650" y="3882567"/>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54" name="Google Shape;754;p20"/>
              <p:cNvCxnSpPr/>
              <p:nvPr/>
            </p:nvCxnSpPr>
            <p:spPr>
              <a:xfrm>
                <a:off x="462650" y="4283525"/>
                <a:ext cx="3165000" cy="0"/>
              </a:xfrm>
              <a:prstGeom prst="straightConnector1">
                <a:avLst/>
              </a:prstGeom>
              <a:noFill/>
              <a:ln cap="flat" cmpd="sng" w="9525">
                <a:solidFill>
                  <a:schemeClr val="accent5"/>
                </a:solidFill>
                <a:prstDash val="solid"/>
                <a:round/>
                <a:headEnd len="sm" w="sm" type="none"/>
                <a:tailEnd len="sm" w="sm" type="none"/>
              </a:ln>
            </p:spPr>
          </p:cxnSp>
        </p:grpSp>
      </p:grpSp>
      <p:grpSp>
        <p:nvGrpSpPr>
          <p:cNvPr id="755" name="Google Shape;755;p20"/>
          <p:cNvGrpSpPr/>
          <p:nvPr/>
        </p:nvGrpSpPr>
        <p:grpSpPr>
          <a:xfrm>
            <a:off x="4222205" y="390105"/>
            <a:ext cx="366115" cy="4334807"/>
            <a:chOff x="3473077" y="259175"/>
            <a:chExt cx="366115" cy="4334807"/>
          </a:xfrm>
        </p:grpSpPr>
        <p:grpSp>
          <p:nvGrpSpPr>
            <p:cNvPr id="756" name="Google Shape;756;p20"/>
            <p:cNvGrpSpPr/>
            <p:nvPr/>
          </p:nvGrpSpPr>
          <p:grpSpPr>
            <a:xfrm rot="10800000">
              <a:off x="3473077" y="259175"/>
              <a:ext cx="184470" cy="4334807"/>
              <a:chOff x="5380497" y="383100"/>
              <a:chExt cx="189628" cy="4456010"/>
            </a:xfrm>
          </p:grpSpPr>
          <p:grpSp>
            <p:nvGrpSpPr>
              <p:cNvPr id="757" name="Google Shape;757;p20"/>
              <p:cNvGrpSpPr/>
              <p:nvPr/>
            </p:nvGrpSpPr>
            <p:grpSpPr>
              <a:xfrm>
                <a:off x="5380497" y="383100"/>
                <a:ext cx="189628" cy="981668"/>
                <a:chOff x="5380497" y="383100"/>
                <a:chExt cx="189628" cy="981668"/>
              </a:xfrm>
            </p:grpSpPr>
            <p:grpSp>
              <p:nvGrpSpPr>
                <p:cNvPr id="758" name="Google Shape;758;p20"/>
                <p:cNvGrpSpPr/>
                <p:nvPr/>
              </p:nvGrpSpPr>
              <p:grpSpPr>
                <a:xfrm>
                  <a:off x="5380497" y="383100"/>
                  <a:ext cx="187974" cy="130800"/>
                  <a:chOff x="4804925" y="764100"/>
                  <a:chExt cx="187974" cy="130800"/>
                </a:xfrm>
              </p:grpSpPr>
              <p:sp>
                <p:nvSpPr>
                  <p:cNvPr id="759" name="Google Shape;759;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60" name="Google Shape;760;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61" name="Google Shape;761;p20"/>
                <p:cNvGrpSpPr/>
                <p:nvPr/>
              </p:nvGrpSpPr>
              <p:grpSpPr>
                <a:xfrm>
                  <a:off x="5382151" y="822110"/>
                  <a:ext cx="187974" cy="130800"/>
                  <a:chOff x="4804925" y="764100"/>
                  <a:chExt cx="187974" cy="130800"/>
                </a:xfrm>
              </p:grpSpPr>
              <p:sp>
                <p:nvSpPr>
                  <p:cNvPr id="762" name="Google Shape;762;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63" name="Google Shape;763;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64" name="Google Shape;764;p20"/>
                <p:cNvGrpSpPr/>
                <p:nvPr/>
              </p:nvGrpSpPr>
              <p:grpSpPr>
                <a:xfrm>
                  <a:off x="5382151" y="1233968"/>
                  <a:ext cx="187974" cy="130800"/>
                  <a:chOff x="4804925" y="764100"/>
                  <a:chExt cx="187974" cy="130800"/>
                </a:xfrm>
              </p:grpSpPr>
              <p:sp>
                <p:nvSpPr>
                  <p:cNvPr id="765" name="Google Shape;765;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66" name="Google Shape;766;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67" name="Google Shape;767;p20"/>
              <p:cNvGrpSpPr/>
              <p:nvPr/>
            </p:nvGrpSpPr>
            <p:grpSpPr>
              <a:xfrm>
                <a:off x="5380497" y="1678500"/>
                <a:ext cx="189628" cy="981668"/>
                <a:chOff x="5380497" y="383100"/>
                <a:chExt cx="189628" cy="981668"/>
              </a:xfrm>
            </p:grpSpPr>
            <p:grpSp>
              <p:nvGrpSpPr>
                <p:cNvPr id="768" name="Google Shape;768;p20"/>
                <p:cNvGrpSpPr/>
                <p:nvPr/>
              </p:nvGrpSpPr>
              <p:grpSpPr>
                <a:xfrm>
                  <a:off x="5380497" y="383100"/>
                  <a:ext cx="187974" cy="130800"/>
                  <a:chOff x="4804925" y="764100"/>
                  <a:chExt cx="187974" cy="130800"/>
                </a:xfrm>
              </p:grpSpPr>
              <p:sp>
                <p:nvSpPr>
                  <p:cNvPr id="769" name="Google Shape;769;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70" name="Google Shape;770;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71" name="Google Shape;771;p20"/>
                <p:cNvGrpSpPr/>
                <p:nvPr/>
              </p:nvGrpSpPr>
              <p:grpSpPr>
                <a:xfrm>
                  <a:off x="5382151" y="822110"/>
                  <a:ext cx="187974" cy="130800"/>
                  <a:chOff x="4804925" y="764100"/>
                  <a:chExt cx="187974" cy="130800"/>
                </a:xfrm>
              </p:grpSpPr>
              <p:sp>
                <p:nvSpPr>
                  <p:cNvPr id="772" name="Google Shape;772;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73" name="Google Shape;773;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74" name="Google Shape;774;p20"/>
                <p:cNvGrpSpPr/>
                <p:nvPr/>
              </p:nvGrpSpPr>
              <p:grpSpPr>
                <a:xfrm>
                  <a:off x="5382151" y="1233968"/>
                  <a:ext cx="187974" cy="130800"/>
                  <a:chOff x="4804925" y="764100"/>
                  <a:chExt cx="187974" cy="130800"/>
                </a:xfrm>
              </p:grpSpPr>
              <p:sp>
                <p:nvSpPr>
                  <p:cNvPr id="775" name="Google Shape;775;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76" name="Google Shape;776;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77" name="Google Shape;777;p20"/>
              <p:cNvGrpSpPr/>
              <p:nvPr/>
            </p:nvGrpSpPr>
            <p:grpSpPr>
              <a:xfrm>
                <a:off x="5380497" y="2973900"/>
                <a:ext cx="189628" cy="981668"/>
                <a:chOff x="5380497" y="383100"/>
                <a:chExt cx="189628" cy="981668"/>
              </a:xfrm>
            </p:grpSpPr>
            <p:grpSp>
              <p:nvGrpSpPr>
                <p:cNvPr id="778" name="Google Shape;778;p20"/>
                <p:cNvGrpSpPr/>
                <p:nvPr/>
              </p:nvGrpSpPr>
              <p:grpSpPr>
                <a:xfrm>
                  <a:off x="5380497" y="383100"/>
                  <a:ext cx="187974" cy="130800"/>
                  <a:chOff x="4804925" y="764100"/>
                  <a:chExt cx="187974" cy="130800"/>
                </a:xfrm>
              </p:grpSpPr>
              <p:sp>
                <p:nvSpPr>
                  <p:cNvPr id="779" name="Google Shape;779;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80" name="Google Shape;780;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81" name="Google Shape;781;p20"/>
                <p:cNvGrpSpPr/>
                <p:nvPr/>
              </p:nvGrpSpPr>
              <p:grpSpPr>
                <a:xfrm>
                  <a:off x="5382151" y="822110"/>
                  <a:ext cx="187974" cy="130800"/>
                  <a:chOff x="4804925" y="764100"/>
                  <a:chExt cx="187974" cy="130800"/>
                </a:xfrm>
              </p:grpSpPr>
              <p:sp>
                <p:nvSpPr>
                  <p:cNvPr id="782" name="Google Shape;782;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83" name="Google Shape;783;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84" name="Google Shape;784;p20"/>
                <p:cNvGrpSpPr/>
                <p:nvPr/>
              </p:nvGrpSpPr>
              <p:grpSpPr>
                <a:xfrm>
                  <a:off x="5382151" y="1233968"/>
                  <a:ext cx="187974" cy="130800"/>
                  <a:chOff x="4804925" y="764100"/>
                  <a:chExt cx="187974" cy="130800"/>
                </a:xfrm>
              </p:grpSpPr>
              <p:sp>
                <p:nvSpPr>
                  <p:cNvPr id="785" name="Google Shape;785;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86" name="Google Shape;786;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87" name="Google Shape;787;p20"/>
              <p:cNvGrpSpPr/>
              <p:nvPr/>
            </p:nvGrpSpPr>
            <p:grpSpPr>
              <a:xfrm>
                <a:off x="5380497" y="4269300"/>
                <a:ext cx="189628" cy="569810"/>
                <a:chOff x="5380497" y="383100"/>
                <a:chExt cx="189628" cy="569810"/>
              </a:xfrm>
            </p:grpSpPr>
            <p:grpSp>
              <p:nvGrpSpPr>
                <p:cNvPr id="788" name="Google Shape;788;p20"/>
                <p:cNvGrpSpPr/>
                <p:nvPr/>
              </p:nvGrpSpPr>
              <p:grpSpPr>
                <a:xfrm>
                  <a:off x="5380497" y="383100"/>
                  <a:ext cx="187974" cy="130800"/>
                  <a:chOff x="4804925" y="764100"/>
                  <a:chExt cx="187974" cy="130800"/>
                </a:xfrm>
              </p:grpSpPr>
              <p:sp>
                <p:nvSpPr>
                  <p:cNvPr id="789" name="Google Shape;789;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90" name="Google Shape;790;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91" name="Google Shape;791;p20"/>
                <p:cNvGrpSpPr/>
                <p:nvPr/>
              </p:nvGrpSpPr>
              <p:grpSpPr>
                <a:xfrm>
                  <a:off x="5382151" y="822110"/>
                  <a:ext cx="187974" cy="130800"/>
                  <a:chOff x="4804925" y="764100"/>
                  <a:chExt cx="187974" cy="130800"/>
                </a:xfrm>
              </p:grpSpPr>
              <p:sp>
                <p:nvSpPr>
                  <p:cNvPr id="792" name="Google Shape;792;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93" name="Google Shape;793;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794" name="Google Shape;794;p20"/>
            <p:cNvGrpSpPr/>
            <p:nvPr/>
          </p:nvGrpSpPr>
          <p:grpSpPr>
            <a:xfrm flipH="1" rot="10800000">
              <a:off x="3654721" y="259175"/>
              <a:ext cx="184470" cy="4334807"/>
              <a:chOff x="5380497" y="383100"/>
              <a:chExt cx="189628" cy="4456010"/>
            </a:xfrm>
          </p:grpSpPr>
          <p:grpSp>
            <p:nvGrpSpPr>
              <p:cNvPr id="795" name="Google Shape;795;p20"/>
              <p:cNvGrpSpPr/>
              <p:nvPr/>
            </p:nvGrpSpPr>
            <p:grpSpPr>
              <a:xfrm>
                <a:off x="5380497" y="383100"/>
                <a:ext cx="189628" cy="981668"/>
                <a:chOff x="5380497" y="383100"/>
                <a:chExt cx="189628" cy="981668"/>
              </a:xfrm>
            </p:grpSpPr>
            <p:grpSp>
              <p:nvGrpSpPr>
                <p:cNvPr id="796" name="Google Shape;796;p20"/>
                <p:cNvGrpSpPr/>
                <p:nvPr/>
              </p:nvGrpSpPr>
              <p:grpSpPr>
                <a:xfrm>
                  <a:off x="5380497" y="383100"/>
                  <a:ext cx="187974" cy="130800"/>
                  <a:chOff x="4804925" y="764100"/>
                  <a:chExt cx="187974" cy="130800"/>
                </a:xfrm>
              </p:grpSpPr>
              <p:sp>
                <p:nvSpPr>
                  <p:cNvPr id="797" name="Google Shape;797;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98" name="Google Shape;798;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99" name="Google Shape;799;p20"/>
                <p:cNvGrpSpPr/>
                <p:nvPr/>
              </p:nvGrpSpPr>
              <p:grpSpPr>
                <a:xfrm>
                  <a:off x="5382151" y="822110"/>
                  <a:ext cx="187974" cy="130800"/>
                  <a:chOff x="4804925" y="764100"/>
                  <a:chExt cx="187974" cy="130800"/>
                </a:xfrm>
              </p:grpSpPr>
              <p:sp>
                <p:nvSpPr>
                  <p:cNvPr id="800" name="Google Shape;800;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01" name="Google Shape;801;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02" name="Google Shape;802;p20"/>
                <p:cNvGrpSpPr/>
                <p:nvPr/>
              </p:nvGrpSpPr>
              <p:grpSpPr>
                <a:xfrm>
                  <a:off x="5382151" y="1233968"/>
                  <a:ext cx="187974" cy="130800"/>
                  <a:chOff x="4804925" y="764100"/>
                  <a:chExt cx="187974" cy="130800"/>
                </a:xfrm>
              </p:grpSpPr>
              <p:sp>
                <p:nvSpPr>
                  <p:cNvPr id="803" name="Google Shape;803;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04" name="Google Shape;804;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05" name="Google Shape;805;p20"/>
              <p:cNvGrpSpPr/>
              <p:nvPr/>
            </p:nvGrpSpPr>
            <p:grpSpPr>
              <a:xfrm>
                <a:off x="5380497" y="1678500"/>
                <a:ext cx="189628" cy="981668"/>
                <a:chOff x="5380497" y="383100"/>
                <a:chExt cx="189628" cy="981668"/>
              </a:xfrm>
            </p:grpSpPr>
            <p:grpSp>
              <p:nvGrpSpPr>
                <p:cNvPr id="806" name="Google Shape;806;p20"/>
                <p:cNvGrpSpPr/>
                <p:nvPr/>
              </p:nvGrpSpPr>
              <p:grpSpPr>
                <a:xfrm>
                  <a:off x="5380497" y="383100"/>
                  <a:ext cx="187974" cy="130800"/>
                  <a:chOff x="4804925" y="764100"/>
                  <a:chExt cx="187974" cy="130800"/>
                </a:xfrm>
              </p:grpSpPr>
              <p:sp>
                <p:nvSpPr>
                  <p:cNvPr id="807" name="Google Shape;807;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08" name="Google Shape;808;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09" name="Google Shape;809;p20"/>
                <p:cNvGrpSpPr/>
                <p:nvPr/>
              </p:nvGrpSpPr>
              <p:grpSpPr>
                <a:xfrm>
                  <a:off x="5382151" y="822110"/>
                  <a:ext cx="187974" cy="130800"/>
                  <a:chOff x="4804925" y="764100"/>
                  <a:chExt cx="187974" cy="130800"/>
                </a:xfrm>
              </p:grpSpPr>
              <p:sp>
                <p:nvSpPr>
                  <p:cNvPr id="810" name="Google Shape;810;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1" name="Google Shape;811;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12" name="Google Shape;812;p20"/>
                <p:cNvGrpSpPr/>
                <p:nvPr/>
              </p:nvGrpSpPr>
              <p:grpSpPr>
                <a:xfrm>
                  <a:off x="5382151" y="1233968"/>
                  <a:ext cx="187974" cy="130800"/>
                  <a:chOff x="4804925" y="764100"/>
                  <a:chExt cx="187974" cy="130800"/>
                </a:xfrm>
              </p:grpSpPr>
              <p:sp>
                <p:nvSpPr>
                  <p:cNvPr id="813" name="Google Shape;813;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4" name="Google Shape;814;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15" name="Google Shape;815;p20"/>
              <p:cNvGrpSpPr/>
              <p:nvPr/>
            </p:nvGrpSpPr>
            <p:grpSpPr>
              <a:xfrm>
                <a:off x="5380497" y="2973900"/>
                <a:ext cx="189628" cy="981668"/>
                <a:chOff x="5380497" y="383100"/>
                <a:chExt cx="189628" cy="981668"/>
              </a:xfrm>
            </p:grpSpPr>
            <p:grpSp>
              <p:nvGrpSpPr>
                <p:cNvPr id="816" name="Google Shape;816;p20"/>
                <p:cNvGrpSpPr/>
                <p:nvPr/>
              </p:nvGrpSpPr>
              <p:grpSpPr>
                <a:xfrm>
                  <a:off x="5380497" y="383100"/>
                  <a:ext cx="187974" cy="130800"/>
                  <a:chOff x="4804925" y="764100"/>
                  <a:chExt cx="187974" cy="130800"/>
                </a:xfrm>
              </p:grpSpPr>
              <p:sp>
                <p:nvSpPr>
                  <p:cNvPr id="817" name="Google Shape;817;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8" name="Google Shape;818;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19" name="Google Shape;819;p20"/>
                <p:cNvGrpSpPr/>
                <p:nvPr/>
              </p:nvGrpSpPr>
              <p:grpSpPr>
                <a:xfrm>
                  <a:off x="5382151" y="822110"/>
                  <a:ext cx="187974" cy="130800"/>
                  <a:chOff x="4804925" y="764100"/>
                  <a:chExt cx="187974" cy="130800"/>
                </a:xfrm>
              </p:grpSpPr>
              <p:sp>
                <p:nvSpPr>
                  <p:cNvPr id="820" name="Google Shape;820;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1" name="Google Shape;821;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22" name="Google Shape;822;p20"/>
                <p:cNvGrpSpPr/>
                <p:nvPr/>
              </p:nvGrpSpPr>
              <p:grpSpPr>
                <a:xfrm>
                  <a:off x="5382151" y="1233968"/>
                  <a:ext cx="187974" cy="130800"/>
                  <a:chOff x="4804925" y="764100"/>
                  <a:chExt cx="187974" cy="130800"/>
                </a:xfrm>
              </p:grpSpPr>
              <p:sp>
                <p:nvSpPr>
                  <p:cNvPr id="823" name="Google Shape;823;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4" name="Google Shape;824;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25" name="Google Shape;825;p20"/>
              <p:cNvGrpSpPr/>
              <p:nvPr/>
            </p:nvGrpSpPr>
            <p:grpSpPr>
              <a:xfrm>
                <a:off x="5380497" y="4269300"/>
                <a:ext cx="189628" cy="569810"/>
                <a:chOff x="5380497" y="383100"/>
                <a:chExt cx="189628" cy="569810"/>
              </a:xfrm>
            </p:grpSpPr>
            <p:grpSp>
              <p:nvGrpSpPr>
                <p:cNvPr id="826" name="Google Shape;826;p20"/>
                <p:cNvGrpSpPr/>
                <p:nvPr/>
              </p:nvGrpSpPr>
              <p:grpSpPr>
                <a:xfrm>
                  <a:off x="5380497" y="383100"/>
                  <a:ext cx="187974" cy="130800"/>
                  <a:chOff x="4804925" y="764100"/>
                  <a:chExt cx="187974" cy="130800"/>
                </a:xfrm>
              </p:grpSpPr>
              <p:sp>
                <p:nvSpPr>
                  <p:cNvPr id="827" name="Google Shape;827;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8" name="Google Shape;828;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29" name="Google Shape;829;p20"/>
                <p:cNvGrpSpPr/>
                <p:nvPr/>
              </p:nvGrpSpPr>
              <p:grpSpPr>
                <a:xfrm>
                  <a:off x="5382151" y="822110"/>
                  <a:ext cx="187974" cy="130800"/>
                  <a:chOff x="4804925" y="764100"/>
                  <a:chExt cx="187974" cy="130800"/>
                </a:xfrm>
              </p:grpSpPr>
              <p:sp>
                <p:nvSpPr>
                  <p:cNvPr id="830" name="Google Shape;830;p20"/>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31" name="Google Shape;831;p20"/>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sp>
        <p:nvSpPr>
          <p:cNvPr id="832" name="Google Shape;832;p20"/>
          <p:cNvSpPr txBox="1"/>
          <p:nvPr>
            <p:ph idx="1" type="body"/>
          </p:nvPr>
        </p:nvSpPr>
        <p:spPr>
          <a:xfrm rot="-199678">
            <a:off x="1297246" y="1801757"/>
            <a:ext cx="2123982" cy="2187983"/>
          </a:xfrm>
          <a:prstGeom prst="rect">
            <a:avLst/>
          </a:prstGeom>
        </p:spPr>
        <p:txBody>
          <a:bodyPr anchorCtr="0" anchor="t" bIns="0" lIns="91425" spcFirstLastPara="1" rIns="91425" wrap="square" tIns="0">
            <a:norm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800"/>
              </a:spcBef>
              <a:spcAft>
                <a:spcPts val="0"/>
              </a:spcAft>
              <a:buSzPts val="1200"/>
              <a:buChar char="○"/>
              <a:defRPr/>
            </a:lvl2pPr>
            <a:lvl3pPr indent="-304800" lvl="2" marL="1371600">
              <a:lnSpc>
                <a:spcPct val="100000"/>
              </a:lnSpc>
              <a:spcBef>
                <a:spcPts val="800"/>
              </a:spcBef>
              <a:spcAft>
                <a:spcPts val="0"/>
              </a:spcAft>
              <a:buSzPts val="1200"/>
              <a:buChar char="■"/>
              <a:defRPr/>
            </a:lvl3pPr>
            <a:lvl4pPr indent="-304800" lvl="3" marL="1828800">
              <a:lnSpc>
                <a:spcPct val="100000"/>
              </a:lnSpc>
              <a:spcBef>
                <a:spcPts val="800"/>
              </a:spcBef>
              <a:spcAft>
                <a:spcPts val="0"/>
              </a:spcAft>
              <a:buSzPts val="1200"/>
              <a:buChar char="●"/>
              <a:defRPr/>
            </a:lvl4pPr>
            <a:lvl5pPr indent="-304800" lvl="4" marL="2286000">
              <a:lnSpc>
                <a:spcPct val="100000"/>
              </a:lnSpc>
              <a:spcBef>
                <a:spcPts val="800"/>
              </a:spcBef>
              <a:spcAft>
                <a:spcPts val="0"/>
              </a:spcAft>
              <a:buSzPts val="1200"/>
              <a:buChar char="○"/>
              <a:defRPr/>
            </a:lvl5pPr>
            <a:lvl6pPr indent="-304800" lvl="5" marL="2743200">
              <a:lnSpc>
                <a:spcPct val="100000"/>
              </a:lnSpc>
              <a:spcBef>
                <a:spcPts val="800"/>
              </a:spcBef>
              <a:spcAft>
                <a:spcPts val="0"/>
              </a:spcAft>
              <a:buSzPts val="1200"/>
              <a:buChar char="■"/>
              <a:defRPr/>
            </a:lvl6pPr>
            <a:lvl7pPr indent="-304800" lvl="6" marL="3200400">
              <a:lnSpc>
                <a:spcPct val="100000"/>
              </a:lnSpc>
              <a:spcBef>
                <a:spcPts val="800"/>
              </a:spcBef>
              <a:spcAft>
                <a:spcPts val="0"/>
              </a:spcAft>
              <a:buSzPts val="1200"/>
              <a:buChar char="●"/>
              <a:defRPr/>
            </a:lvl7pPr>
            <a:lvl8pPr indent="-304800" lvl="7" marL="3657600">
              <a:lnSpc>
                <a:spcPct val="100000"/>
              </a:lnSpc>
              <a:spcBef>
                <a:spcPts val="800"/>
              </a:spcBef>
              <a:spcAft>
                <a:spcPts val="0"/>
              </a:spcAft>
              <a:buSzPts val="1200"/>
              <a:buChar char="○"/>
              <a:defRPr/>
            </a:lvl8pPr>
            <a:lvl9pPr indent="-304800" lvl="8" marL="4114800">
              <a:lnSpc>
                <a:spcPct val="100000"/>
              </a:lnSpc>
              <a:spcBef>
                <a:spcPts val="800"/>
              </a:spcBef>
              <a:spcAft>
                <a:spcPts val="800"/>
              </a:spcAft>
              <a:buSzPts val="1200"/>
              <a:buChar char="■"/>
              <a:defRPr/>
            </a:lvl9pPr>
          </a:lstStyle>
          <a:p/>
        </p:txBody>
      </p:sp>
      <p:sp>
        <p:nvSpPr>
          <p:cNvPr id="833" name="Google Shape;833;p20"/>
          <p:cNvSpPr txBox="1"/>
          <p:nvPr>
            <p:ph type="title"/>
          </p:nvPr>
        </p:nvSpPr>
        <p:spPr>
          <a:xfrm rot="-197254">
            <a:off x="1212945" y="1184617"/>
            <a:ext cx="2123895" cy="49582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4" name="Google Shape;834;p20"/>
          <p:cNvSpPr txBox="1"/>
          <p:nvPr>
            <p:ph idx="2" type="title"/>
          </p:nvPr>
        </p:nvSpPr>
        <p:spPr>
          <a:xfrm>
            <a:off x="6254525" y="1962475"/>
            <a:ext cx="1636200" cy="357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Manrope ExtraBold"/>
              <a:buNone/>
              <a:defRPr b="0" sz="120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p:txBody>
      </p:sp>
      <p:sp>
        <p:nvSpPr>
          <p:cNvPr id="835" name="Google Shape;835;p20"/>
          <p:cNvSpPr txBox="1"/>
          <p:nvPr>
            <p:ph idx="3" type="body"/>
          </p:nvPr>
        </p:nvSpPr>
        <p:spPr>
          <a:xfrm>
            <a:off x="6254350" y="2353130"/>
            <a:ext cx="1636200" cy="778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836" name="Google Shape;836;p20"/>
          <p:cNvSpPr txBox="1"/>
          <p:nvPr>
            <p:ph idx="4" type="title"/>
          </p:nvPr>
        </p:nvSpPr>
        <p:spPr>
          <a:xfrm>
            <a:off x="6254525" y="3292150"/>
            <a:ext cx="1636200" cy="3573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Manrope ExtraBold"/>
              <a:buNone/>
              <a:defRPr b="0" sz="120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p:txBody>
      </p:sp>
      <p:sp>
        <p:nvSpPr>
          <p:cNvPr id="837" name="Google Shape;837;p20"/>
          <p:cNvSpPr txBox="1"/>
          <p:nvPr>
            <p:ph idx="5" type="body"/>
          </p:nvPr>
        </p:nvSpPr>
        <p:spPr>
          <a:xfrm>
            <a:off x="6254350" y="3682816"/>
            <a:ext cx="1636200" cy="778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838" name="Google Shape;838;p20"/>
          <p:cNvSpPr txBox="1"/>
          <p:nvPr>
            <p:ph idx="6" type="title"/>
          </p:nvPr>
        </p:nvSpPr>
        <p:spPr>
          <a:xfrm>
            <a:off x="4844275" y="2277100"/>
            <a:ext cx="1363200" cy="433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p:txBody>
      </p:sp>
      <p:sp>
        <p:nvSpPr>
          <p:cNvPr id="839" name="Google Shape;839;p20"/>
          <p:cNvSpPr txBox="1"/>
          <p:nvPr>
            <p:ph idx="7" type="subTitle"/>
          </p:nvPr>
        </p:nvSpPr>
        <p:spPr>
          <a:xfrm>
            <a:off x="4844325" y="2702150"/>
            <a:ext cx="1363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p:txBody>
      </p:sp>
      <p:sp>
        <p:nvSpPr>
          <p:cNvPr id="840" name="Google Shape;840;p20"/>
          <p:cNvSpPr txBox="1"/>
          <p:nvPr>
            <p:ph idx="8" type="title"/>
          </p:nvPr>
        </p:nvSpPr>
        <p:spPr>
          <a:xfrm>
            <a:off x="4844275" y="3581862"/>
            <a:ext cx="1363200" cy="433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p:txBody>
      </p:sp>
      <p:sp>
        <p:nvSpPr>
          <p:cNvPr id="841" name="Google Shape;841;p20"/>
          <p:cNvSpPr txBox="1"/>
          <p:nvPr>
            <p:ph idx="9" type="subTitle"/>
          </p:nvPr>
        </p:nvSpPr>
        <p:spPr>
          <a:xfrm>
            <a:off x="4844325" y="4006913"/>
            <a:ext cx="1363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p:txBody>
      </p:sp>
      <p:sp>
        <p:nvSpPr>
          <p:cNvPr id="842" name="Google Shape;842;p20"/>
          <p:cNvSpPr txBox="1"/>
          <p:nvPr>
            <p:ph idx="13" type="body"/>
          </p:nvPr>
        </p:nvSpPr>
        <p:spPr>
          <a:xfrm>
            <a:off x="4831275" y="508775"/>
            <a:ext cx="3005100" cy="1253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Goal">
  <p:cSld name="CUSTOM_1_1_3_1_2">
    <p:spTree>
      <p:nvGrpSpPr>
        <p:cNvPr id="843" name="Shape 843"/>
        <p:cNvGrpSpPr/>
        <p:nvPr/>
      </p:nvGrpSpPr>
      <p:grpSpPr>
        <a:xfrm>
          <a:off x="0" y="0"/>
          <a:ext cx="0" cy="0"/>
          <a:chOff x="0" y="0"/>
          <a:chExt cx="0" cy="0"/>
        </a:xfrm>
      </p:grpSpPr>
      <p:grpSp>
        <p:nvGrpSpPr>
          <p:cNvPr id="844" name="Google Shape;844;p21"/>
          <p:cNvGrpSpPr/>
          <p:nvPr/>
        </p:nvGrpSpPr>
        <p:grpSpPr>
          <a:xfrm>
            <a:off x="392964" y="576950"/>
            <a:ext cx="8764835" cy="4114800"/>
            <a:chOff x="374175" y="576950"/>
            <a:chExt cx="8783280" cy="4114800"/>
          </a:xfrm>
        </p:grpSpPr>
        <p:cxnSp>
          <p:nvCxnSpPr>
            <p:cNvPr id="845" name="Google Shape;845;p21"/>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46" name="Google Shape;846;p21"/>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47" name="Google Shape;847;p21"/>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48" name="Google Shape;848;p21"/>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49" name="Google Shape;849;p21"/>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50" name="Google Shape;850;p21"/>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51" name="Google Shape;851;p21"/>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52" name="Google Shape;852;p21"/>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53" name="Google Shape;853;p21"/>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sp>
        <p:nvSpPr>
          <p:cNvPr id="854" name="Google Shape;854;p21"/>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5" name="Google Shape;855;p21"/>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856" name="Google Shape;856;p21"/>
          <p:cNvSpPr txBox="1"/>
          <p:nvPr>
            <p:ph idx="2" type="title"/>
          </p:nvPr>
        </p:nvSpPr>
        <p:spPr>
          <a:xfrm>
            <a:off x="1060026" y="1816375"/>
            <a:ext cx="21819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857" name="Google Shape;857;p21"/>
          <p:cNvSpPr txBox="1"/>
          <p:nvPr>
            <p:ph idx="3" type="body"/>
          </p:nvPr>
        </p:nvSpPr>
        <p:spPr>
          <a:xfrm>
            <a:off x="1059900" y="2124925"/>
            <a:ext cx="2181900" cy="3633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858" name="Google Shape;858;p21"/>
          <p:cNvSpPr txBox="1"/>
          <p:nvPr>
            <p:ph idx="4" type="title"/>
          </p:nvPr>
        </p:nvSpPr>
        <p:spPr>
          <a:xfrm rot="132356">
            <a:off x="955546" y="2826529"/>
            <a:ext cx="2182317" cy="236571"/>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859" name="Google Shape;859;p21"/>
          <p:cNvSpPr txBox="1"/>
          <p:nvPr>
            <p:ph idx="5" type="body"/>
          </p:nvPr>
        </p:nvSpPr>
        <p:spPr>
          <a:xfrm rot="132356">
            <a:off x="941064" y="3134798"/>
            <a:ext cx="2182317" cy="363274"/>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860" name="Google Shape;860;p21"/>
          <p:cNvSpPr txBox="1"/>
          <p:nvPr>
            <p:ph idx="6" type="title"/>
          </p:nvPr>
        </p:nvSpPr>
        <p:spPr>
          <a:xfrm>
            <a:off x="980676" y="3873125"/>
            <a:ext cx="21819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861" name="Google Shape;861;p21"/>
          <p:cNvSpPr txBox="1"/>
          <p:nvPr>
            <p:ph idx="7" type="body"/>
          </p:nvPr>
        </p:nvSpPr>
        <p:spPr>
          <a:xfrm>
            <a:off x="980550" y="4181675"/>
            <a:ext cx="2181900" cy="3633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862" name="Google Shape;862;p21"/>
          <p:cNvSpPr txBox="1"/>
          <p:nvPr>
            <p:ph idx="8" type="title"/>
          </p:nvPr>
        </p:nvSpPr>
        <p:spPr>
          <a:xfrm rot="126099">
            <a:off x="4508764" y="2120094"/>
            <a:ext cx="1766989" cy="23626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863" name="Google Shape;863;p21"/>
          <p:cNvSpPr txBox="1"/>
          <p:nvPr>
            <p:ph idx="9" type="body"/>
          </p:nvPr>
        </p:nvSpPr>
        <p:spPr>
          <a:xfrm rot="125772">
            <a:off x="4492678" y="2428187"/>
            <a:ext cx="1763380" cy="499236"/>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864" name="Google Shape;864;p21"/>
          <p:cNvSpPr txBox="1"/>
          <p:nvPr>
            <p:ph idx="13" type="title"/>
          </p:nvPr>
        </p:nvSpPr>
        <p:spPr>
          <a:xfrm>
            <a:off x="7140350" y="2580150"/>
            <a:ext cx="1377000" cy="394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865" name="Google Shape;865;p21"/>
          <p:cNvSpPr txBox="1"/>
          <p:nvPr>
            <p:ph idx="14" type="body"/>
          </p:nvPr>
        </p:nvSpPr>
        <p:spPr>
          <a:xfrm>
            <a:off x="7142825" y="3047175"/>
            <a:ext cx="1377000" cy="8277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866" name="Google Shape;866;p21"/>
          <p:cNvSpPr txBox="1"/>
          <p:nvPr>
            <p:ph idx="15" type="title"/>
          </p:nvPr>
        </p:nvSpPr>
        <p:spPr>
          <a:xfrm>
            <a:off x="4505150" y="3400100"/>
            <a:ext cx="17250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867" name="Google Shape;867;p21"/>
          <p:cNvSpPr txBox="1"/>
          <p:nvPr>
            <p:ph idx="16" type="body"/>
          </p:nvPr>
        </p:nvSpPr>
        <p:spPr>
          <a:xfrm>
            <a:off x="4505025" y="3708650"/>
            <a:ext cx="1725000" cy="5271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ackground Title">
  <p:cSld name="CUSTOM_1_1_1_1_1_2">
    <p:bg>
      <p:bgPr>
        <a:solidFill>
          <a:schemeClr val="accent3"/>
        </a:solidFill>
      </p:bgPr>
    </p:bg>
    <p:spTree>
      <p:nvGrpSpPr>
        <p:cNvPr id="868" name="Shape 868"/>
        <p:cNvGrpSpPr/>
        <p:nvPr/>
      </p:nvGrpSpPr>
      <p:grpSpPr>
        <a:xfrm>
          <a:off x="0" y="0"/>
          <a:ext cx="0" cy="0"/>
          <a:chOff x="0" y="0"/>
          <a:chExt cx="0" cy="0"/>
        </a:xfrm>
      </p:grpSpPr>
      <p:sp>
        <p:nvSpPr>
          <p:cNvPr id="869" name="Google Shape;869;p22"/>
          <p:cNvSpPr/>
          <p:nvPr/>
        </p:nvSpPr>
        <p:spPr>
          <a:xfrm rot="10800000">
            <a:off x="7960900" y="-13950"/>
            <a:ext cx="1192200" cy="11982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70" name="Google Shape;870;p22"/>
          <p:cNvSpPr/>
          <p:nvPr/>
        </p:nvSpPr>
        <p:spPr>
          <a:xfrm>
            <a:off x="7735575" y="-10150"/>
            <a:ext cx="1428750" cy="1320800"/>
          </a:xfrm>
          <a:custGeom>
            <a:rect b="b" l="l" r="r" t="t"/>
            <a:pathLst>
              <a:path extrusionOk="0" h="52832" w="57150">
                <a:moveTo>
                  <a:pt x="4572" y="0"/>
                </a:moveTo>
                <a:lnTo>
                  <a:pt x="0" y="51308"/>
                </a:lnTo>
                <a:lnTo>
                  <a:pt x="57150" y="52832"/>
                </a:lnTo>
                <a:lnTo>
                  <a:pt x="57150" y="47752"/>
                </a:lnTo>
                <a:lnTo>
                  <a:pt x="9144" y="0"/>
                </a:lnTo>
                <a:close/>
              </a:path>
            </a:pathLst>
          </a:custGeom>
          <a:solidFill>
            <a:schemeClr val="dk1"/>
          </a:solidFill>
          <a:ln>
            <a:noFill/>
          </a:ln>
        </p:spPr>
      </p:sp>
      <p:sp>
        <p:nvSpPr>
          <p:cNvPr id="871" name="Google Shape;871;p22"/>
          <p:cNvSpPr txBox="1"/>
          <p:nvPr>
            <p:ph type="title"/>
          </p:nvPr>
        </p:nvSpPr>
        <p:spPr>
          <a:xfrm>
            <a:off x="508875" y="1998400"/>
            <a:ext cx="6149700" cy="1847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6000"/>
              <a:buNone/>
              <a:defRPr b="0" sz="6000"/>
            </a:lvl1pPr>
            <a:lvl2pPr lvl="1">
              <a:spcBef>
                <a:spcPts val="0"/>
              </a:spcBef>
              <a:spcAft>
                <a:spcPts val="0"/>
              </a:spcAft>
              <a:buClr>
                <a:schemeClr val="lt1"/>
              </a:buClr>
              <a:buSzPts val="6000"/>
              <a:buNone/>
              <a:defRPr sz="6000"/>
            </a:lvl2pPr>
            <a:lvl3pPr lvl="2">
              <a:spcBef>
                <a:spcPts val="0"/>
              </a:spcBef>
              <a:spcAft>
                <a:spcPts val="0"/>
              </a:spcAft>
              <a:buClr>
                <a:schemeClr val="lt1"/>
              </a:buClr>
              <a:buSzPts val="6000"/>
              <a:buNone/>
              <a:defRPr sz="6000"/>
            </a:lvl3pPr>
            <a:lvl4pPr lvl="3">
              <a:spcBef>
                <a:spcPts val="0"/>
              </a:spcBef>
              <a:spcAft>
                <a:spcPts val="0"/>
              </a:spcAft>
              <a:buClr>
                <a:schemeClr val="lt1"/>
              </a:buClr>
              <a:buSzPts val="6000"/>
              <a:buNone/>
              <a:defRPr sz="6000"/>
            </a:lvl4pPr>
            <a:lvl5pPr lvl="4">
              <a:spcBef>
                <a:spcPts val="0"/>
              </a:spcBef>
              <a:spcAft>
                <a:spcPts val="0"/>
              </a:spcAft>
              <a:buClr>
                <a:schemeClr val="lt1"/>
              </a:buClr>
              <a:buSzPts val="6000"/>
              <a:buNone/>
              <a:defRPr sz="6000"/>
            </a:lvl5pPr>
            <a:lvl6pPr lvl="5">
              <a:spcBef>
                <a:spcPts val="0"/>
              </a:spcBef>
              <a:spcAft>
                <a:spcPts val="0"/>
              </a:spcAft>
              <a:buClr>
                <a:schemeClr val="lt1"/>
              </a:buClr>
              <a:buSzPts val="6000"/>
              <a:buNone/>
              <a:defRPr sz="6000"/>
            </a:lvl6pPr>
            <a:lvl7pPr lvl="6">
              <a:spcBef>
                <a:spcPts val="0"/>
              </a:spcBef>
              <a:spcAft>
                <a:spcPts val="0"/>
              </a:spcAft>
              <a:buClr>
                <a:schemeClr val="lt1"/>
              </a:buClr>
              <a:buSzPts val="6000"/>
              <a:buNone/>
              <a:defRPr sz="6000"/>
            </a:lvl7pPr>
            <a:lvl8pPr lvl="7">
              <a:spcBef>
                <a:spcPts val="0"/>
              </a:spcBef>
              <a:spcAft>
                <a:spcPts val="0"/>
              </a:spcAft>
              <a:buClr>
                <a:schemeClr val="lt1"/>
              </a:buClr>
              <a:buSzPts val="6000"/>
              <a:buNone/>
              <a:defRPr sz="6000"/>
            </a:lvl8pPr>
            <a:lvl9pPr lvl="8">
              <a:spcBef>
                <a:spcPts val="0"/>
              </a:spcBef>
              <a:spcAft>
                <a:spcPts val="0"/>
              </a:spcAft>
              <a:buClr>
                <a:schemeClr val="lt1"/>
              </a:buClr>
              <a:buSzPts val="6000"/>
              <a:buNone/>
              <a:defRPr sz="6000"/>
            </a:lvl9pPr>
          </a:lstStyle>
          <a:p/>
        </p:txBody>
      </p:sp>
      <p:sp>
        <p:nvSpPr>
          <p:cNvPr id="872" name="Google Shape;872;p22"/>
          <p:cNvSpPr txBox="1"/>
          <p:nvPr>
            <p:ph idx="1" type="body"/>
          </p:nvPr>
        </p:nvSpPr>
        <p:spPr>
          <a:xfrm>
            <a:off x="508950" y="3845575"/>
            <a:ext cx="4499700" cy="8697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873" name="Google Shape;873;p22"/>
          <p:cNvSpPr txBox="1"/>
          <p:nvPr>
            <p:ph idx="2" type="subTitle"/>
          </p:nvPr>
        </p:nvSpPr>
        <p:spPr>
          <a:xfrm rot="-252596">
            <a:off x="5199023" y="3875031"/>
            <a:ext cx="1487514" cy="689167"/>
          </a:xfrm>
          <a:prstGeom prst="rect">
            <a:avLst/>
          </a:prstGeom>
        </p:spPr>
        <p:txBody>
          <a:bodyPr anchorCtr="0" anchor="ctr" bIns="91425" lIns="182875" spcFirstLastPara="1" rIns="182875" wrap="square" tIns="91425">
            <a:noAutofit/>
          </a:bodyPr>
          <a:lstStyle>
            <a:lvl1pPr lvl="0" algn="ctr">
              <a:spcBef>
                <a:spcPts val="0"/>
              </a:spcBef>
              <a:spcAft>
                <a:spcPts val="0"/>
              </a:spcAft>
              <a:buSzPts val="1200"/>
              <a:buNone/>
              <a:defRPr b="1"/>
            </a:lvl1pPr>
            <a:lvl2pPr lvl="1" algn="ctr">
              <a:spcBef>
                <a:spcPts val="800"/>
              </a:spcBef>
              <a:spcAft>
                <a:spcPts val="0"/>
              </a:spcAft>
              <a:buSzPts val="1000"/>
              <a:buNone/>
              <a:defRPr b="1" sz="1000"/>
            </a:lvl2pPr>
            <a:lvl3pPr lvl="2" algn="ctr">
              <a:spcBef>
                <a:spcPts val="800"/>
              </a:spcBef>
              <a:spcAft>
                <a:spcPts val="0"/>
              </a:spcAft>
              <a:buSzPts val="1000"/>
              <a:buNone/>
              <a:defRPr b="1" sz="1000"/>
            </a:lvl3pPr>
            <a:lvl4pPr lvl="3" algn="ctr">
              <a:spcBef>
                <a:spcPts val="800"/>
              </a:spcBef>
              <a:spcAft>
                <a:spcPts val="0"/>
              </a:spcAft>
              <a:buSzPts val="1000"/>
              <a:buNone/>
              <a:defRPr b="1" sz="1000"/>
            </a:lvl4pPr>
            <a:lvl5pPr lvl="4" algn="ctr">
              <a:spcBef>
                <a:spcPts val="800"/>
              </a:spcBef>
              <a:spcAft>
                <a:spcPts val="0"/>
              </a:spcAft>
              <a:buSzPts val="1000"/>
              <a:buNone/>
              <a:defRPr b="1" sz="1000"/>
            </a:lvl5pPr>
            <a:lvl6pPr lvl="5" algn="ctr">
              <a:spcBef>
                <a:spcPts val="800"/>
              </a:spcBef>
              <a:spcAft>
                <a:spcPts val="0"/>
              </a:spcAft>
              <a:buSzPts val="1000"/>
              <a:buNone/>
              <a:defRPr b="1" sz="1000"/>
            </a:lvl6pPr>
            <a:lvl7pPr lvl="6" algn="ctr">
              <a:spcBef>
                <a:spcPts val="800"/>
              </a:spcBef>
              <a:spcAft>
                <a:spcPts val="0"/>
              </a:spcAft>
              <a:buSzPts val="1000"/>
              <a:buNone/>
              <a:defRPr b="1" sz="1000"/>
            </a:lvl7pPr>
            <a:lvl8pPr lvl="7" algn="ctr">
              <a:spcBef>
                <a:spcPts val="800"/>
              </a:spcBef>
              <a:spcAft>
                <a:spcPts val="0"/>
              </a:spcAft>
              <a:buSzPts val="1000"/>
              <a:buNone/>
              <a:defRPr b="1" sz="1000"/>
            </a:lvl8pPr>
            <a:lvl9pPr lvl="8" algn="ctr">
              <a:spcBef>
                <a:spcPts val="800"/>
              </a:spcBef>
              <a:spcAft>
                <a:spcPts val="800"/>
              </a:spcAft>
              <a:buSzPts val="1000"/>
              <a:buNone/>
              <a:defRPr b="1" sz="10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Notes with dark background">
  <p:cSld name="CUSTOM_1_1_1_4">
    <p:bg>
      <p:bgPr>
        <a:solidFill>
          <a:schemeClr val="lt1"/>
        </a:solidFill>
      </p:bgPr>
    </p:bg>
    <p:spTree>
      <p:nvGrpSpPr>
        <p:cNvPr id="874" name="Shape 874"/>
        <p:cNvGrpSpPr/>
        <p:nvPr/>
      </p:nvGrpSpPr>
      <p:grpSpPr>
        <a:xfrm>
          <a:off x="0" y="0"/>
          <a:ext cx="0" cy="0"/>
          <a:chOff x="0" y="0"/>
          <a:chExt cx="0" cy="0"/>
        </a:xfrm>
      </p:grpSpPr>
      <p:sp>
        <p:nvSpPr>
          <p:cNvPr id="875" name="Google Shape;875;p23"/>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76" name="Google Shape;876;p23"/>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77" name="Google Shape;877;p23"/>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78" name="Google Shape;878;p23"/>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879" name="Google Shape;879;p23"/>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880" name="Google Shape;880;p23"/>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881" name="Google Shape;881;p23"/>
          <p:cNvSpPr txBox="1"/>
          <p:nvPr>
            <p:ph type="title"/>
          </p:nvPr>
        </p:nvSpPr>
        <p:spPr>
          <a:xfrm>
            <a:off x="2563250" y="1900525"/>
            <a:ext cx="1767000" cy="11742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Clr>
                <a:schemeClr val="dk1"/>
              </a:buClr>
              <a:buSzPts val="900"/>
              <a:buFont typeface="Arial"/>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82" name="Google Shape;882;p23"/>
          <p:cNvSpPr txBox="1"/>
          <p:nvPr>
            <p:ph idx="2" type="title"/>
          </p:nvPr>
        </p:nvSpPr>
        <p:spPr>
          <a:xfrm rot="-261567">
            <a:off x="710939" y="1685986"/>
            <a:ext cx="1847044" cy="1173986"/>
          </a:xfrm>
          <a:prstGeom prst="rect">
            <a:avLst/>
          </a:prstGeom>
        </p:spPr>
        <p:txBody>
          <a:bodyPr anchorCtr="0" anchor="ctr" bIns="91425" lIns="274300" spcFirstLastPara="1" rIns="91425" wrap="square" tIns="91425">
            <a:sp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83" name="Google Shape;883;p23"/>
          <p:cNvSpPr txBox="1"/>
          <p:nvPr>
            <p:ph idx="3" type="title"/>
          </p:nvPr>
        </p:nvSpPr>
        <p:spPr>
          <a:xfrm rot="520">
            <a:off x="4330173" y="1683025"/>
            <a:ext cx="1981500" cy="1310700"/>
          </a:xfrm>
          <a:prstGeom prst="rect">
            <a:avLst/>
          </a:prstGeom>
        </p:spPr>
        <p:txBody>
          <a:bodyPr anchorCtr="0" anchor="ctr" bIns="91425" lIns="274300" spcFirstLastPara="1" rIns="91425" wrap="square" tIns="91425">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84" name="Google Shape;884;p23"/>
          <p:cNvSpPr txBox="1"/>
          <p:nvPr>
            <p:ph idx="4" type="title"/>
          </p:nvPr>
        </p:nvSpPr>
        <p:spPr>
          <a:xfrm rot="158281">
            <a:off x="6392594" y="1886282"/>
            <a:ext cx="1981500" cy="1310588"/>
          </a:xfrm>
          <a:prstGeom prst="rect">
            <a:avLst/>
          </a:prstGeom>
        </p:spPr>
        <p:txBody>
          <a:bodyPr anchorCtr="0" anchor="ctr" bIns="91425" lIns="274300" spcFirstLastPara="1" rIns="91425" wrap="square" tIns="91425">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85" name="Google Shape;885;p23"/>
          <p:cNvSpPr txBox="1"/>
          <p:nvPr>
            <p:ph idx="5" type="title"/>
          </p:nvPr>
        </p:nvSpPr>
        <p:spPr>
          <a:xfrm rot="-204021">
            <a:off x="3560217" y="3689616"/>
            <a:ext cx="1608432" cy="681005"/>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200"/>
              <a:buFont typeface="Manrope"/>
              <a:buNone/>
              <a:defRPr sz="1200">
                <a:solidFill>
                  <a:schemeClr val="dk1"/>
                </a:solidFill>
                <a:latin typeface="Manrope"/>
                <a:ea typeface="Manrope"/>
                <a:cs typeface="Manrope"/>
                <a:sym typeface="Manrope"/>
              </a:defRPr>
            </a:lvl1pPr>
            <a:lvl2pPr lvl="1"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2pPr>
            <a:lvl3pPr lvl="2"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3pPr>
            <a:lvl4pPr lvl="3"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4pPr>
            <a:lvl5pPr lvl="4"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5pPr>
            <a:lvl6pPr lvl="5"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6pPr>
            <a:lvl7pPr lvl="6"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7pPr>
            <a:lvl8pPr lvl="7"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8pPr>
            <a:lvl9pPr lvl="8"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 Alt 1">
  <p:cSld name="CUSTOM_1_1_3_1_3">
    <p:spTree>
      <p:nvGrpSpPr>
        <p:cNvPr id="886" name="Shape 886"/>
        <p:cNvGrpSpPr/>
        <p:nvPr/>
      </p:nvGrpSpPr>
      <p:grpSpPr>
        <a:xfrm>
          <a:off x="0" y="0"/>
          <a:ext cx="0" cy="0"/>
          <a:chOff x="0" y="0"/>
          <a:chExt cx="0" cy="0"/>
        </a:xfrm>
      </p:grpSpPr>
      <p:grpSp>
        <p:nvGrpSpPr>
          <p:cNvPr id="887" name="Google Shape;887;p24"/>
          <p:cNvGrpSpPr/>
          <p:nvPr/>
        </p:nvGrpSpPr>
        <p:grpSpPr>
          <a:xfrm>
            <a:off x="392964" y="576950"/>
            <a:ext cx="8764835" cy="4114800"/>
            <a:chOff x="374175" y="576950"/>
            <a:chExt cx="8783280" cy="4114800"/>
          </a:xfrm>
        </p:grpSpPr>
        <p:cxnSp>
          <p:nvCxnSpPr>
            <p:cNvPr id="888" name="Google Shape;888;p24"/>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89" name="Google Shape;889;p24"/>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0" name="Google Shape;890;p24"/>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1" name="Google Shape;891;p24"/>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2" name="Google Shape;892;p24"/>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3" name="Google Shape;893;p24"/>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4" name="Google Shape;894;p24"/>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5" name="Google Shape;895;p24"/>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6" name="Google Shape;896;p24"/>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897" name="Google Shape;897;p24"/>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898" name="Google Shape;898;p24"/>
          <p:cNvGrpSpPr/>
          <p:nvPr/>
        </p:nvGrpSpPr>
        <p:grpSpPr>
          <a:xfrm>
            <a:off x="114421" y="175123"/>
            <a:ext cx="134104" cy="4750255"/>
            <a:chOff x="114421" y="175123"/>
            <a:chExt cx="134104" cy="4750255"/>
          </a:xfrm>
        </p:grpSpPr>
        <p:grpSp>
          <p:nvGrpSpPr>
            <p:cNvPr id="899" name="Google Shape;899;p24"/>
            <p:cNvGrpSpPr/>
            <p:nvPr/>
          </p:nvGrpSpPr>
          <p:grpSpPr>
            <a:xfrm>
              <a:off x="114421" y="175123"/>
              <a:ext cx="134104" cy="4334807"/>
              <a:chOff x="5432271" y="383100"/>
              <a:chExt cx="137854" cy="4456010"/>
            </a:xfrm>
          </p:grpSpPr>
          <p:grpSp>
            <p:nvGrpSpPr>
              <p:cNvPr id="900" name="Google Shape;900;p24"/>
              <p:cNvGrpSpPr/>
              <p:nvPr/>
            </p:nvGrpSpPr>
            <p:grpSpPr>
              <a:xfrm>
                <a:off x="5432271" y="383100"/>
                <a:ext cx="137854" cy="981668"/>
                <a:chOff x="5432271" y="383100"/>
                <a:chExt cx="137854" cy="981668"/>
              </a:xfrm>
            </p:grpSpPr>
            <p:sp>
              <p:nvSpPr>
                <p:cNvPr id="901" name="Google Shape;901;p2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02" name="Google Shape;902;p2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03" name="Google Shape;903;p2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04" name="Google Shape;904;p24"/>
              <p:cNvGrpSpPr/>
              <p:nvPr/>
            </p:nvGrpSpPr>
            <p:grpSpPr>
              <a:xfrm>
                <a:off x="5432271" y="1678500"/>
                <a:ext cx="137854" cy="981668"/>
                <a:chOff x="5432271" y="383100"/>
                <a:chExt cx="137854" cy="981668"/>
              </a:xfrm>
            </p:grpSpPr>
            <p:sp>
              <p:nvSpPr>
                <p:cNvPr id="905" name="Google Shape;905;p2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06" name="Google Shape;906;p2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07" name="Google Shape;907;p2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08" name="Google Shape;908;p24"/>
              <p:cNvGrpSpPr/>
              <p:nvPr/>
            </p:nvGrpSpPr>
            <p:grpSpPr>
              <a:xfrm>
                <a:off x="5432271" y="2973900"/>
                <a:ext cx="137854" cy="981668"/>
                <a:chOff x="5432271" y="383100"/>
                <a:chExt cx="137854" cy="981668"/>
              </a:xfrm>
            </p:grpSpPr>
            <p:sp>
              <p:nvSpPr>
                <p:cNvPr id="909" name="Google Shape;909;p2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10" name="Google Shape;910;p2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11" name="Google Shape;911;p2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12" name="Google Shape;912;p24"/>
              <p:cNvGrpSpPr/>
              <p:nvPr/>
            </p:nvGrpSpPr>
            <p:grpSpPr>
              <a:xfrm>
                <a:off x="5432271" y="4269300"/>
                <a:ext cx="137854" cy="569810"/>
                <a:chOff x="5432271" y="383100"/>
                <a:chExt cx="137854" cy="569810"/>
              </a:xfrm>
            </p:grpSpPr>
            <p:sp>
              <p:nvSpPr>
                <p:cNvPr id="913" name="Google Shape;913;p2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14" name="Google Shape;914;p2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915" name="Google Shape;915;p24"/>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916" name="Google Shape;916;p24"/>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7" name="Google Shape;917;p24"/>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8" name="Google Shape;918;p24"/>
          <p:cNvSpPr txBox="1"/>
          <p:nvPr>
            <p:ph idx="2" type="subTitle"/>
          </p:nvPr>
        </p:nvSpPr>
        <p:spPr>
          <a:xfrm>
            <a:off x="1541800"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19" name="Google Shape;919;p24"/>
          <p:cNvSpPr txBox="1"/>
          <p:nvPr>
            <p:ph idx="3" type="subTitle"/>
          </p:nvPr>
        </p:nvSpPr>
        <p:spPr>
          <a:xfrm>
            <a:off x="3423025"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20" name="Google Shape;920;p24"/>
          <p:cNvSpPr txBox="1"/>
          <p:nvPr>
            <p:ph idx="4" type="subTitle"/>
          </p:nvPr>
        </p:nvSpPr>
        <p:spPr>
          <a:xfrm>
            <a:off x="5307725"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21" name="Google Shape;921;p24"/>
          <p:cNvSpPr txBox="1"/>
          <p:nvPr>
            <p:ph idx="5" type="subTitle"/>
          </p:nvPr>
        </p:nvSpPr>
        <p:spPr>
          <a:xfrm>
            <a:off x="7170900" y="1729575"/>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22" name="Google Shape;922;p24"/>
          <p:cNvSpPr txBox="1"/>
          <p:nvPr>
            <p:ph idx="6" type="body"/>
          </p:nvPr>
        </p:nvSpPr>
        <p:spPr>
          <a:xfrm>
            <a:off x="13044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23" name="Google Shape;923;p24"/>
          <p:cNvSpPr txBox="1"/>
          <p:nvPr>
            <p:ph idx="7" type="body"/>
          </p:nvPr>
        </p:nvSpPr>
        <p:spPr>
          <a:xfrm>
            <a:off x="31303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24" name="Google Shape;924;p24"/>
          <p:cNvSpPr txBox="1"/>
          <p:nvPr>
            <p:ph idx="8" type="body"/>
          </p:nvPr>
        </p:nvSpPr>
        <p:spPr>
          <a:xfrm>
            <a:off x="49802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25" name="Google Shape;925;p24"/>
          <p:cNvSpPr txBox="1"/>
          <p:nvPr>
            <p:ph idx="9" type="body"/>
          </p:nvPr>
        </p:nvSpPr>
        <p:spPr>
          <a:xfrm>
            <a:off x="6878250"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26" name="Shape 926"/>
        <p:cNvGrpSpPr/>
        <p:nvPr/>
      </p:nvGrpSpPr>
      <p:grpSpPr>
        <a:xfrm>
          <a:off x="0" y="0"/>
          <a:ext cx="0" cy="0"/>
          <a:chOff x="0" y="0"/>
          <a:chExt cx="0" cy="0"/>
        </a:xfrm>
      </p:grpSpPr>
      <p:sp>
        <p:nvSpPr>
          <p:cNvPr id="927" name="Google Shape;927;p25"/>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28" name="Google Shape;928;p25"/>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929" name="Shape 929"/>
        <p:cNvGrpSpPr/>
        <p:nvPr/>
      </p:nvGrpSpPr>
      <p:grpSpPr>
        <a:xfrm>
          <a:off x="0" y="0"/>
          <a:ext cx="0" cy="0"/>
          <a:chOff x="0" y="0"/>
          <a:chExt cx="0" cy="0"/>
        </a:xfrm>
      </p:grpSpPr>
      <p:sp>
        <p:nvSpPr>
          <p:cNvPr id="930" name="Google Shape;930;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931" name="Shape 931"/>
        <p:cNvGrpSpPr/>
        <p:nvPr/>
      </p:nvGrpSpPr>
      <p:grpSpPr>
        <a:xfrm>
          <a:off x="0" y="0"/>
          <a:ext cx="0" cy="0"/>
          <a:chOff x="0" y="0"/>
          <a:chExt cx="0" cy="0"/>
        </a:xfrm>
      </p:grpSpPr>
      <p:sp>
        <p:nvSpPr>
          <p:cNvPr id="932" name="Google Shape;932;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33" name="Google Shape;933;p27"/>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934" name="Shape 934"/>
        <p:cNvGrpSpPr/>
        <p:nvPr/>
      </p:nvGrpSpPr>
      <p:grpSpPr>
        <a:xfrm>
          <a:off x="0" y="0"/>
          <a:ext cx="0" cy="0"/>
          <a:chOff x="0" y="0"/>
          <a:chExt cx="0" cy="0"/>
        </a:xfrm>
      </p:grpSpPr>
      <p:sp>
        <p:nvSpPr>
          <p:cNvPr id="935" name="Google Shape;935;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36" name="Google Shape;936;p28"/>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37" name="Google Shape;937;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38" name="Shape 938"/>
        <p:cNvGrpSpPr/>
        <p:nvPr/>
      </p:nvGrpSpPr>
      <p:grpSpPr>
        <a:xfrm>
          <a:off x="0" y="0"/>
          <a:ext cx="0" cy="0"/>
          <a:chOff x="0" y="0"/>
          <a:chExt cx="0" cy="0"/>
        </a:xfrm>
      </p:grpSpPr>
      <p:sp>
        <p:nvSpPr>
          <p:cNvPr id="939" name="Google Shape;939;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940" name="Shape 940"/>
        <p:cNvGrpSpPr/>
        <p:nvPr/>
      </p:nvGrpSpPr>
      <p:grpSpPr>
        <a:xfrm>
          <a:off x="0" y="0"/>
          <a:ext cx="0" cy="0"/>
          <a:chOff x="0" y="0"/>
          <a:chExt cx="0" cy="0"/>
        </a:xfrm>
      </p:grpSpPr>
      <p:sp>
        <p:nvSpPr>
          <p:cNvPr id="941" name="Google Shape;941;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42" name="Google Shape;942;p30"/>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943" name="Shape 943"/>
        <p:cNvGrpSpPr/>
        <p:nvPr/>
      </p:nvGrpSpPr>
      <p:grpSpPr>
        <a:xfrm>
          <a:off x="0" y="0"/>
          <a:ext cx="0" cy="0"/>
          <a:chOff x="0" y="0"/>
          <a:chExt cx="0" cy="0"/>
        </a:xfrm>
      </p:grpSpPr>
      <p:sp>
        <p:nvSpPr>
          <p:cNvPr id="944" name="Google Shape;944;p31"/>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945" name="Shape 945"/>
        <p:cNvGrpSpPr/>
        <p:nvPr/>
      </p:nvGrpSpPr>
      <p:grpSpPr>
        <a:xfrm>
          <a:off x="0" y="0"/>
          <a:ext cx="0" cy="0"/>
          <a:chOff x="0" y="0"/>
          <a:chExt cx="0" cy="0"/>
        </a:xfrm>
      </p:grpSpPr>
      <p:sp>
        <p:nvSpPr>
          <p:cNvPr id="946" name="Google Shape;946;p32"/>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7" name="Google Shape;947;p32"/>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948" name="Google Shape;948;p32"/>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949" name="Shape 949"/>
        <p:cNvGrpSpPr/>
        <p:nvPr/>
      </p:nvGrpSpPr>
      <p:grpSpPr>
        <a:xfrm>
          <a:off x="0" y="0"/>
          <a:ext cx="0" cy="0"/>
          <a:chOff x="0" y="0"/>
          <a:chExt cx="0" cy="0"/>
        </a:xfrm>
      </p:grpSpPr>
      <p:sp>
        <p:nvSpPr>
          <p:cNvPr id="950" name="Google Shape;950;p33"/>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200"/>
              <a:buNone/>
              <a:defRPr/>
            </a:lvl1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951" name="Shape 951"/>
        <p:cNvGrpSpPr/>
        <p:nvPr/>
      </p:nvGrpSpPr>
      <p:grpSpPr>
        <a:xfrm>
          <a:off x="0" y="0"/>
          <a:ext cx="0" cy="0"/>
          <a:chOff x="0" y="0"/>
          <a:chExt cx="0" cy="0"/>
        </a:xfrm>
      </p:grpSpPr>
      <p:sp>
        <p:nvSpPr>
          <p:cNvPr id="952" name="Google Shape;952;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53" name="Google Shape;953;p34"/>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04800" lvl="0" marL="457200" algn="ctr">
              <a:spcBef>
                <a:spcPts val="0"/>
              </a:spcBef>
              <a:spcAft>
                <a:spcPts val="0"/>
              </a:spcAft>
              <a:buSzPts val="1200"/>
              <a:buChar char="●"/>
              <a:defRPr/>
            </a:lvl1pPr>
            <a:lvl2pPr indent="-304800" lvl="1" marL="914400" algn="ctr">
              <a:spcBef>
                <a:spcPts val="800"/>
              </a:spcBef>
              <a:spcAft>
                <a:spcPts val="0"/>
              </a:spcAft>
              <a:buSzPts val="1200"/>
              <a:buChar char="○"/>
              <a:defRPr/>
            </a:lvl2pPr>
            <a:lvl3pPr indent="-304800" lvl="2" marL="1371600" algn="ctr">
              <a:spcBef>
                <a:spcPts val="800"/>
              </a:spcBef>
              <a:spcAft>
                <a:spcPts val="0"/>
              </a:spcAft>
              <a:buSzPts val="1200"/>
              <a:buChar char="■"/>
              <a:defRPr/>
            </a:lvl3pPr>
            <a:lvl4pPr indent="-304800" lvl="3" marL="1828800" algn="ctr">
              <a:spcBef>
                <a:spcPts val="800"/>
              </a:spcBef>
              <a:spcAft>
                <a:spcPts val="0"/>
              </a:spcAft>
              <a:buSzPts val="1200"/>
              <a:buChar char="●"/>
              <a:defRPr/>
            </a:lvl4pPr>
            <a:lvl5pPr indent="-304800" lvl="4" marL="2286000" algn="ctr">
              <a:spcBef>
                <a:spcPts val="800"/>
              </a:spcBef>
              <a:spcAft>
                <a:spcPts val="0"/>
              </a:spcAft>
              <a:buSzPts val="1200"/>
              <a:buChar char="○"/>
              <a:defRPr/>
            </a:lvl5pPr>
            <a:lvl6pPr indent="-304800" lvl="5" marL="2743200" algn="ctr">
              <a:spcBef>
                <a:spcPts val="800"/>
              </a:spcBef>
              <a:spcAft>
                <a:spcPts val="0"/>
              </a:spcAft>
              <a:buSzPts val="1200"/>
              <a:buChar char="■"/>
              <a:defRPr/>
            </a:lvl6pPr>
            <a:lvl7pPr indent="-304800" lvl="6" marL="3200400" algn="ctr">
              <a:spcBef>
                <a:spcPts val="800"/>
              </a:spcBef>
              <a:spcAft>
                <a:spcPts val="0"/>
              </a:spcAft>
              <a:buSzPts val="1200"/>
              <a:buChar char="●"/>
              <a:defRPr/>
            </a:lvl7pPr>
            <a:lvl8pPr indent="-304800" lvl="7" marL="3657600" algn="ctr">
              <a:spcBef>
                <a:spcPts val="800"/>
              </a:spcBef>
              <a:spcAft>
                <a:spcPts val="0"/>
              </a:spcAft>
              <a:buSzPts val="1200"/>
              <a:buChar char="○"/>
              <a:defRPr/>
            </a:lvl8pPr>
            <a:lvl9pPr indent="-304800" lvl="8" marL="4114800" algn="ctr">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54" name="Shape 954"/>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55" name="Shape 955"/>
        <p:cNvGrpSpPr/>
        <p:nvPr/>
      </p:nvGrpSpPr>
      <p:grpSpPr>
        <a:xfrm>
          <a:off x="0" y="0"/>
          <a:ext cx="0" cy="0"/>
          <a:chOff x="0" y="0"/>
          <a:chExt cx="0" cy="0"/>
        </a:xfrm>
      </p:grpSpPr>
      <p:sp>
        <p:nvSpPr>
          <p:cNvPr id="956" name="Google Shape;956;p36"/>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7" name="Google Shape;957;p3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58" name="Google Shape;958;p3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59" name="Google Shape;959;p3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60" name="Google Shape;960;p3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61" name="Google Shape;961;p3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62" name="Google Shape;962;p3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963" name="Shape 963"/>
        <p:cNvGrpSpPr/>
        <p:nvPr/>
      </p:nvGrpSpPr>
      <p:grpSpPr>
        <a:xfrm>
          <a:off x="0" y="0"/>
          <a:ext cx="0" cy="0"/>
          <a:chOff x="0" y="0"/>
          <a:chExt cx="0" cy="0"/>
        </a:xfrm>
      </p:grpSpPr>
      <p:sp>
        <p:nvSpPr>
          <p:cNvPr id="964" name="Google Shape;964;p3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65" name="Google Shape;965;p37"/>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66" name="Google Shape;966;p3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967" name="Shape 967"/>
        <p:cNvGrpSpPr/>
        <p:nvPr/>
      </p:nvGrpSpPr>
      <p:grpSpPr>
        <a:xfrm>
          <a:off x="0" y="0"/>
          <a:ext cx="0" cy="0"/>
          <a:chOff x="0" y="0"/>
          <a:chExt cx="0" cy="0"/>
        </a:xfrm>
      </p:grpSpPr>
      <p:sp>
        <p:nvSpPr>
          <p:cNvPr id="968" name="Google Shape;968;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69" name="Google Shape;969;p38"/>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70" name="Google Shape;970;p38"/>
          <p:cNvSpPr txBox="1"/>
          <p:nvPr>
            <p:ph idx="2" type="body"/>
          </p:nvPr>
        </p:nvSpPr>
        <p:spPr>
          <a:xfrm>
            <a:off x="504800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71" name="Google Shape;971;p3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72" name="Google Shape;972;p3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973" name="Shape 973"/>
        <p:cNvGrpSpPr/>
        <p:nvPr/>
      </p:nvGrpSpPr>
      <p:grpSpPr>
        <a:xfrm>
          <a:off x="0" y="0"/>
          <a:ext cx="0" cy="0"/>
          <a:chOff x="0" y="0"/>
          <a:chExt cx="0" cy="0"/>
        </a:xfrm>
      </p:grpSpPr>
      <p:sp>
        <p:nvSpPr>
          <p:cNvPr id="974" name="Google Shape;974;p39"/>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75" name="Google Shape;975;p39"/>
          <p:cNvSpPr txBox="1"/>
          <p:nvPr>
            <p:ph idx="2" type="body"/>
          </p:nvPr>
        </p:nvSpPr>
        <p:spPr>
          <a:xfrm>
            <a:off x="334772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76" name="Google Shape;976;p39"/>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77" name="Google Shape;977;p39"/>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78" name="Google Shape;978;p39"/>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79" name="Google Shape;979;p39"/>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980" name="Google Shape;980;p39"/>
          <p:cNvSpPr txBox="1"/>
          <p:nvPr>
            <p:ph idx="6" type="body"/>
          </p:nvPr>
        </p:nvSpPr>
        <p:spPr>
          <a:xfrm>
            <a:off x="62122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981" name="Shape 981"/>
        <p:cNvGrpSpPr/>
        <p:nvPr/>
      </p:nvGrpSpPr>
      <p:grpSpPr>
        <a:xfrm>
          <a:off x="0" y="0"/>
          <a:ext cx="0" cy="0"/>
          <a:chOff x="0" y="0"/>
          <a:chExt cx="0" cy="0"/>
        </a:xfrm>
      </p:grpSpPr>
      <p:sp>
        <p:nvSpPr>
          <p:cNvPr id="982" name="Google Shape;982;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83" name="Google Shape;983;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984" name="Shape 984"/>
        <p:cNvGrpSpPr/>
        <p:nvPr/>
      </p:nvGrpSpPr>
      <p:grpSpPr>
        <a:xfrm>
          <a:off x="0" y="0"/>
          <a:ext cx="0" cy="0"/>
          <a:chOff x="0" y="0"/>
          <a:chExt cx="0" cy="0"/>
        </a:xfrm>
      </p:grpSpPr>
      <p:sp>
        <p:nvSpPr>
          <p:cNvPr id="985" name="Google Shape;985;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86" name="Google Shape;986;p41"/>
          <p:cNvSpPr/>
          <p:nvPr>
            <p:ph idx="2" type="pic"/>
          </p:nvPr>
        </p:nvSpPr>
        <p:spPr>
          <a:xfrm>
            <a:off x="4804825" y="1133300"/>
            <a:ext cx="4027500" cy="2392800"/>
          </a:xfrm>
          <a:prstGeom prst="rect">
            <a:avLst/>
          </a:prstGeom>
          <a:noFill/>
          <a:ln>
            <a:noFill/>
          </a:ln>
        </p:spPr>
      </p:sp>
      <p:sp>
        <p:nvSpPr>
          <p:cNvPr id="987" name="Google Shape;987;p41"/>
          <p:cNvSpPr/>
          <p:nvPr>
            <p:ph idx="3" type="pic"/>
          </p:nvPr>
        </p:nvSpPr>
        <p:spPr>
          <a:xfrm>
            <a:off x="311725" y="1133300"/>
            <a:ext cx="4027500" cy="2392800"/>
          </a:xfrm>
          <a:prstGeom prst="rect">
            <a:avLst/>
          </a:prstGeom>
          <a:noFill/>
          <a:ln>
            <a:noFill/>
          </a:ln>
        </p:spPr>
      </p:sp>
      <p:sp>
        <p:nvSpPr>
          <p:cNvPr id="988" name="Google Shape;988;p41"/>
          <p:cNvSpPr txBox="1"/>
          <p:nvPr>
            <p:ph idx="4" type="body"/>
          </p:nvPr>
        </p:nvSpPr>
        <p:spPr>
          <a:xfrm>
            <a:off x="4804825"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89" name="Google Shape;989;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90" name="Google Shape;990;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991" name="Google Shape;991;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92" name="Shape 992"/>
        <p:cNvGrpSpPr/>
        <p:nvPr/>
      </p:nvGrpSpPr>
      <p:grpSpPr>
        <a:xfrm>
          <a:off x="0" y="0"/>
          <a:ext cx="0" cy="0"/>
          <a:chOff x="0" y="0"/>
          <a:chExt cx="0" cy="0"/>
        </a:xfrm>
      </p:grpSpPr>
      <p:sp>
        <p:nvSpPr>
          <p:cNvPr id="993" name="Google Shape;993;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94" name="Google Shape;994;p42"/>
          <p:cNvSpPr/>
          <p:nvPr>
            <p:ph idx="2" type="pic"/>
          </p:nvPr>
        </p:nvSpPr>
        <p:spPr>
          <a:xfrm>
            <a:off x="6205225" y="1128325"/>
            <a:ext cx="2627100" cy="2273100"/>
          </a:xfrm>
          <a:prstGeom prst="rect">
            <a:avLst/>
          </a:prstGeom>
          <a:noFill/>
          <a:ln>
            <a:noFill/>
          </a:ln>
        </p:spPr>
      </p:sp>
      <p:sp>
        <p:nvSpPr>
          <p:cNvPr id="995" name="Google Shape;995;p42"/>
          <p:cNvSpPr/>
          <p:nvPr>
            <p:ph idx="3" type="pic"/>
          </p:nvPr>
        </p:nvSpPr>
        <p:spPr>
          <a:xfrm>
            <a:off x="311725" y="1128325"/>
            <a:ext cx="2627100" cy="2273100"/>
          </a:xfrm>
          <a:prstGeom prst="rect">
            <a:avLst/>
          </a:prstGeom>
          <a:noFill/>
          <a:ln>
            <a:noFill/>
          </a:ln>
        </p:spPr>
      </p:sp>
      <p:sp>
        <p:nvSpPr>
          <p:cNvPr id="996" name="Google Shape;996;p42"/>
          <p:cNvSpPr txBox="1"/>
          <p:nvPr>
            <p:ph idx="4" type="body"/>
          </p:nvPr>
        </p:nvSpPr>
        <p:spPr>
          <a:xfrm>
            <a:off x="6205225"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97" name="Google Shape;997;p42"/>
          <p:cNvSpPr/>
          <p:nvPr>
            <p:ph idx="5" type="pic"/>
          </p:nvPr>
        </p:nvSpPr>
        <p:spPr>
          <a:xfrm>
            <a:off x="3255250" y="1128325"/>
            <a:ext cx="2627100" cy="2273100"/>
          </a:xfrm>
          <a:prstGeom prst="rect">
            <a:avLst/>
          </a:prstGeom>
          <a:noFill/>
          <a:ln>
            <a:noFill/>
          </a:ln>
        </p:spPr>
      </p:sp>
      <p:sp>
        <p:nvSpPr>
          <p:cNvPr id="998" name="Google Shape;998;p42"/>
          <p:cNvSpPr txBox="1"/>
          <p:nvPr>
            <p:ph idx="6" type="body"/>
          </p:nvPr>
        </p:nvSpPr>
        <p:spPr>
          <a:xfrm>
            <a:off x="325525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99" name="Google Shape;999;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00" name="Google Shape;1000;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001" name="Google Shape;1001;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002" name="Google Shape;1002;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003" name="Shape 1003"/>
        <p:cNvGrpSpPr/>
        <p:nvPr/>
      </p:nvGrpSpPr>
      <p:grpSpPr>
        <a:xfrm>
          <a:off x="0" y="0"/>
          <a:ext cx="0" cy="0"/>
          <a:chOff x="0" y="0"/>
          <a:chExt cx="0" cy="0"/>
        </a:xfrm>
      </p:grpSpPr>
      <p:sp>
        <p:nvSpPr>
          <p:cNvPr id="1004" name="Google Shape;1004;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005" name="Shape 1005"/>
        <p:cNvGrpSpPr/>
        <p:nvPr/>
      </p:nvGrpSpPr>
      <p:grpSpPr>
        <a:xfrm>
          <a:off x="0" y="0"/>
          <a:ext cx="0" cy="0"/>
          <a:chOff x="0" y="0"/>
          <a:chExt cx="0" cy="0"/>
        </a:xfrm>
      </p:grpSpPr>
      <p:sp>
        <p:nvSpPr>
          <p:cNvPr id="1006" name="Google Shape;1006;p44"/>
          <p:cNvSpPr/>
          <p:nvPr>
            <p:ph idx="2" type="pic"/>
          </p:nvPr>
        </p:nvSpPr>
        <p:spPr>
          <a:xfrm>
            <a:off x="3389600" y="118913"/>
            <a:ext cx="1643700" cy="1535100"/>
          </a:xfrm>
          <a:prstGeom prst="rect">
            <a:avLst/>
          </a:prstGeom>
          <a:noFill/>
          <a:ln>
            <a:noFill/>
          </a:ln>
        </p:spPr>
      </p:sp>
      <p:sp>
        <p:nvSpPr>
          <p:cNvPr id="1007" name="Google Shape;1007;p44"/>
          <p:cNvSpPr/>
          <p:nvPr>
            <p:ph idx="3" type="pic"/>
          </p:nvPr>
        </p:nvSpPr>
        <p:spPr>
          <a:xfrm>
            <a:off x="5195935" y="118913"/>
            <a:ext cx="1643700" cy="1535100"/>
          </a:xfrm>
          <a:prstGeom prst="rect">
            <a:avLst/>
          </a:prstGeom>
          <a:noFill/>
          <a:ln>
            <a:noFill/>
          </a:ln>
        </p:spPr>
      </p:sp>
      <p:sp>
        <p:nvSpPr>
          <p:cNvPr id="1008" name="Google Shape;1008;p44"/>
          <p:cNvSpPr/>
          <p:nvPr>
            <p:ph idx="4" type="pic"/>
          </p:nvPr>
        </p:nvSpPr>
        <p:spPr>
          <a:xfrm>
            <a:off x="7002270" y="118913"/>
            <a:ext cx="1643700" cy="1535100"/>
          </a:xfrm>
          <a:prstGeom prst="rect">
            <a:avLst/>
          </a:prstGeom>
          <a:noFill/>
          <a:ln>
            <a:noFill/>
          </a:ln>
        </p:spPr>
      </p:sp>
      <p:sp>
        <p:nvSpPr>
          <p:cNvPr id="1009" name="Google Shape;1009;p44"/>
          <p:cNvSpPr/>
          <p:nvPr>
            <p:ph idx="5" type="pic"/>
          </p:nvPr>
        </p:nvSpPr>
        <p:spPr>
          <a:xfrm>
            <a:off x="3389588" y="1804212"/>
            <a:ext cx="1643700" cy="1535100"/>
          </a:xfrm>
          <a:prstGeom prst="rect">
            <a:avLst/>
          </a:prstGeom>
          <a:noFill/>
          <a:ln>
            <a:noFill/>
          </a:ln>
        </p:spPr>
      </p:sp>
      <p:sp>
        <p:nvSpPr>
          <p:cNvPr id="1010" name="Google Shape;1010;p44"/>
          <p:cNvSpPr/>
          <p:nvPr>
            <p:ph idx="6" type="pic"/>
          </p:nvPr>
        </p:nvSpPr>
        <p:spPr>
          <a:xfrm>
            <a:off x="5195922" y="1804212"/>
            <a:ext cx="1643700" cy="1535100"/>
          </a:xfrm>
          <a:prstGeom prst="rect">
            <a:avLst/>
          </a:prstGeom>
          <a:noFill/>
          <a:ln>
            <a:noFill/>
          </a:ln>
        </p:spPr>
      </p:sp>
      <p:sp>
        <p:nvSpPr>
          <p:cNvPr id="1011" name="Google Shape;1011;p44"/>
          <p:cNvSpPr/>
          <p:nvPr>
            <p:ph idx="7" type="pic"/>
          </p:nvPr>
        </p:nvSpPr>
        <p:spPr>
          <a:xfrm>
            <a:off x="7002257" y="1804212"/>
            <a:ext cx="1643700" cy="1535100"/>
          </a:xfrm>
          <a:prstGeom prst="rect">
            <a:avLst/>
          </a:prstGeom>
          <a:noFill/>
          <a:ln>
            <a:noFill/>
          </a:ln>
        </p:spPr>
      </p:sp>
      <p:sp>
        <p:nvSpPr>
          <p:cNvPr id="1012" name="Google Shape;1012;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13" name="Google Shape;1013;p44"/>
          <p:cNvSpPr/>
          <p:nvPr>
            <p:ph idx="8" type="pic"/>
          </p:nvPr>
        </p:nvSpPr>
        <p:spPr>
          <a:xfrm>
            <a:off x="3389588" y="3489487"/>
            <a:ext cx="1643700" cy="1535100"/>
          </a:xfrm>
          <a:prstGeom prst="rect">
            <a:avLst/>
          </a:prstGeom>
          <a:noFill/>
          <a:ln>
            <a:noFill/>
          </a:ln>
        </p:spPr>
      </p:sp>
      <p:sp>
        <p:nvSpPr>
          <p:cNvPr id="1014" name="Google Shape;1014;p44"/>
          <p:cNvSpPr/>
          <p:nvPr>
            <p:ph idx="9" type="pic"/>
          </p:nvPr>
        </p:nvSpPr>
        <p:spPr>
          <a:xfrm>
            <a:off x="5195922" y="3489487"/>
            <a:ext cx="1643700" cy="1535100"/>
          </a:xfrm>
          <a:prstGeom prst="rect">
            <a:avLst/>
          </a:prstGeom>
          <a:noFill/>
          <a:ln>
            <a:noFill/>
          </a:ln>
        </p:spPr>
      </p:sp>
      <p:sp>
        <p:nvSpPr>
          <p:cNvPr id="1015" name="Google Shape;1015;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2.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Manrope"/>
              <a:buChar char="●"/>
              <a:defRPr sz="1200">
                <a:solidFill>
                  <a:schemeClr val="lt1"/>
                </a:solidFill>
                <a:latin typeface="Manrope"/>
                <a:ea typeface="Manrope"/>
                <a:cs typeface="Manrope"/>
                <a:sym typeface="Manrope"/>
              </a:defRPr>
            </a:lvl1pPr>
            <a:lvl2pPr indent="-304800" lvl="1" marL="9144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2pPr>
            <a:lvl3pPr indent="-304800" lvl="2" marL="13716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3pPr>
            <a:lvl4pPr indent="-304800" lvl="3" marL="1828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4pPr>
            <a:lvl5pPr indent="-304800" lvl="4" marL="22860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5pPr>
            <a:lvl6pPr indent="-304800" lvl="5" marL="27432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6pPr>
            <a:lvl7pPr indent="-304800" lvl="6" marL="32004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7pPr>
            <a:lvl8pPr indent="-304800" lvl="7" marL="36576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8pPr>
            <a:lvl9pPr indent="-304800" lvl="8" marL="4114800">
              <a:lnSpc>
                <a:spcPct val="115000"/>
              </a:lnSpc>
              <a:spcBef>
                <a:spcPts val="800"/>
              </a:spcBef>
              <a:spcAft>
                <a:spcPts val="800"/>
              </a:spcAft>
              <a:buClr>
                <a:schemeClr val="lt1"/>
              </a:buClr>
              <a:buSzPts val="1200"/>
              <a:buFont typeface="Manrope"/>
              <a:buChar char="■"/>
              <a:defRPr sz="1200">
                <a:solidFill>
                  <a:schemeClr val="lt1"/>
                </a:solidFill>
                <a:latin typeface="Manrope"/>
                <a:ea typeface="Manrope"/>
                <a:cs typeface="Manrope"/>
                <a:sym typeface="Manrope"/>
              </a:defRPr>
            </a:lvl9pPr>
          </a:lstStyle>
          <a:p/>
        </p:txBody>
      </p:sp>
      <p:sp>
        <p:nvSpPr>
          <p:cNvPr id="7" name="Google Shape;7;p1"/>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000"/>
              <a:buFont typeface="Arial"/>
              <a:buNone/>
              <a:defRPr b="1" sz="3000">
                <a:solidFill>
                  <a:schemeClr val="lt1"/>
                </a:solidFill>
                <a:latin typeface="Anton"/>
                <a:ea typeface="Anton"/>
                <a:cs typeface="Anton"/>
                <a:sym typeface="Anton"/>
              </a:defRPr>
            </a:lvl1pPr>
            <a:lvl2pPr lvl="1">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2pPr>
            <a:lvl3pPr lvl="2">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3pPr>
            <a:lvl4pPr lvl="3">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4pPr>
            <a:lvl5pPr lvl="4">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5pPr>
            <a:lvl6pPr lvl="5">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6pPr>
            <a:lvl7pPr lvl="6">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7pPr>
            <a:lvl8pPr lvl="7">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8pPr>
            <a:lvl9pPr lvl="8">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4.jpg"/><Relationship Id="rId7" Type="http://schemas.openxmlformats.org/officeDocument/2006/relationships/image" Target="../media/image2.jpg"/><Relationship Id="rId8"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45"/>
          <p:cNvSpPr txBox="1"/>
          <p:nvPr>
            <p:ph type="title"/>
          </p:nvPr>
        </p:nvSpPr>
        <p:spPr>
          <a:xfrm>
            <a:off x="1081850" y="1719900"/>
            <a:ext cx="6984900" cy="1694100"/>
          </a:xfrm>
          <a:prstGeom prst="rect">
            <a:avLst/>
          </a:prstGeom>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000"/>
              <a:buNone/>
            </a:pPr>
            <a:r>
              <a:rPr lang="en"/>
              <a:t>Sick or Not</a:t>
            </a:r>
            <a:endParaRPr/>
          </a:p>
        </p:txBody>
      </p:sp>
      <p:sp>
        <p:nvSpPr>
          <p:cNvPr id="1021" name="Google Shape;1021;p45"/>
          <p:cNvSpPr txBox="1"/>
          <p:nvPr>
            <p:ph idx="2" type="title"/>
          </p:nvPr>
        </p:nvSpPr>
        <p:spPr>
          <a:xfrm rot="-53728">
            <a:off x="5546896" y="3228550"/>
            <a:ext cx="940615" cy="338743"/>
          </a:xfrm>
          <a:prstGeom prst="rect">
            <a:avLst/>
          </a:prstGeom>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1000"/>
              <a:buNone/>
            </a:pPr>
            <a:r>
              <a:rPr lang="en"/>
              <a:t>  January </a:t>
            </a:r>
            <a:endParaRPr/>
          </a:p>
        </p:txBody>
      </p:sp>
      <p:sp>
        <p:nvSpPr>
          <p:cNvPr id="1022" name="Google Shape;1022;p45"/>
          <p:cNvSpPr txBox="1"/>
          <p:nvPr>
            <p:ph idx="1" type="body"/>
          </p:nvPr>
        </p:nvSpPr>
        <p:spPr>
          <a:xfrm>
            <a:off x="2655375" y="3782536"/>
            <a:ext cx="3615000" cy="465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1000"/>
              <a:buNone/>
            </a:pPr>
            <a:r>
              <a:rPr lang="en">
                <a:latin typeface="Manrope Medium"/>
                <a:ea typeface="Manrope Medium"/>
                <a:cs typeface="Manrope Medium"/>
                <a:sym typeface="Manrope Medium"/>
              </a:rPr>
              <a:t>Capstone Project Proposal</a:t>
            </a:r>
            <a:endParaRPr>
              <a:latin typeface="Manrope Medium"/>
              <a:ea typeface="Manrope Medium"/>
              <a:cs typeface="Manrope Medium"/>
              <a:sym typeface="Manrope Medium"/>
            </a:endParaRPr>
          </a:p>
          <a:p>
            <a:pPr indent="0" lvl="0" marL="0" rtl="0" algn="ctr">
              <a:lnSpc>
                <a:spcPct val="115000"/>
              </a:lnSpc>
              <a:spcBef>
                <a:spcPts val="0"/>
              </a:spcBef>
              <a:spcAft>
                <a:spcPts val="0"/>
              </a:spcAft>
              <a:buSzPts val="1000"/>
              <a:buNone/>
            </a:pPr>
            <a:r>
              <a:rPr lang="en">
                <a:latin typeface="Manrope Medium"/>
                <a:ea typeface="Manrope Medium"/>
                <a:cs typeface="Manrope Medium"/>
                <a:sym typeface="Manrope Medium"/>
              </a:rPr>
              <a:t>ITAI - 2277</a:t>
            </a:r>
            <a:endParaRPr>
              <a:latin typeface="Manrope Medium"/>
              <a:ea typeface="Manrope Medium"/>
              <a:cs typeface="Manrope Medium"/>
              <a:sym typeface="Manrope Medium"/>
            </a:endParaRPr>
          </a:p>
        </p:txBody>
      </p:sp>
      <p:sp>
        <p:nvSpPr>
          <p:cNvPr id="1023" name="Google Shape;1023;p45"/>
          <p:cNvSpPr txBox="1"/>
          <p:nvPr>
            <p:ph idx="3" type="title"/>
          </p:nvPr>
        </p:nvSpPr>
        <p:spPr>
          <a:xfrm rot="-555761">
            <a:off x="6594632" y="3130269"/>
            <a:ext cx="1047458" cy="301246"/>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2026</a:t>
            </a:r>
            <a:endParaRPr/>
          </a:p>
        </p:txBody>
      </p:sp>
      <p:sp>
        <p:nvSpPr>
          <p:cNvPr id="1024" name="Google Shape;1024;p45"/>
          <p:cNvSpPr txBox="1"/>
          <p:nvPr>
            <p:ph idx="4" type="subTitle"/>
          </p:nvPr>
        </p:nvSpPr>
        <p:spPr>
          <a:xfrm rot="-503039">
            <a:off x="2048453" y="1500799"/>
            <a:ext cx="2211838" cy="438184"/>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1300"/>
              <a:buNone/>
            </a:pPr>
            <a:r>
              <a:rPr lang="en"/>
              <a:t>Trevon Woods</a:t>
            </a:r>
            <a:endParaRPr/>
          </a:p>
        </p:txBody>
      </p:sp>
      <p:sp>
        <p:nvSpPr>
          <p:cNvPr id="1025" name="Google Shape;1025;p45"/>
          <p:cNvSpPr txBox="1"/>
          <p:nvPr>
            <p:ph idx="4" type="subTitle"/>
          </p:nvPr>
        </p:nvSpPr>
        <p:spPr>
          <a:xfrm rot="723862">
            <a:off x="5602854" y="1231084"/>
            <a:ext cx="2211852" cy="438063"/>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1300"/>
              <a:buNone/>
            </a:pPr>
            <a:r>
              <a:rPr lang="en"/>
              <a:t>Aima Ayaz</a:t>
            </a:r>
            <a:endParaRPr/>
          </a:p>
        </p:txBody>
      </p:sp>
      <p:sp>
        <p:nvSpPr>
          <p:cNvPr id="1026" name="Google Shape;1026;p45"/>
          <p:cNvSpPr txBox="1"/>
          <p:nvPr>
            <p:ph idx="4" type="subTitle"/>
          </p:nvPr>
        </p:nvSpPr>
        <p:spPr>
          <a:xfrm rot="723862">
            <a:off x="1103179" y="3564834"/>
            <a:ext cx="2211852" cy="438063"/>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1300"/>
              <a:buNone/>
            </a:pPr>
            <a:r>
              <a:rPr lang="en"/>
              <a:t>Mohammed Abdullah</a:t>
            </a:r>
            <a:endParaRPr/>
          </a:p>
        </p:txBody>
      </p:sp>
      <p:sp>
        <p:nvSpPr>
          <p:cNvPr id="1027" name="Google Shape;1027;p45"/>
          <p:cNvSpPr txBox="1"/>
          <p:nvPr>
            <p:ph idx="4" type="subTitle"/>
          </p:nvPr>
        </p:nvSpPr>
        <p:spPr>
          <a:xfrm rot="-1210061">
            <a:off x="6497847" y="3781842"/>
            <a:ext cx="2211918" cy="438211"/>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1300"/>
              <a:buNone/>
            </a:pPr>
            <a:r>
              <a:rPr lang="en"/>
              <a:t>Waseem Basit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46"/>
          <p:cNvSpPr txBox="1"/>
          <p:nvPr>
            <p:ph idx="1" type="body"/>
          </p:nvPr>
        </p:nvSpPr>
        <p:spPr>
          <a:xfrm>
            <a:off x="925650" y="1204025"/>
            <a:ext cx="4028700" cy="3671400"/>
          </a:xfrm>
          <a:prstGeom prst="rect">
            <a:avLst/>
          </a:prstGeom>
        </p:spPr>
        <p:txBody>
          <a:bodyPr anchorCtr="0" anchor="t" bIns="91425" lIns="91425" spcFirstLastPara="1" rIns="91425" wrap="square" tIns="91425">
            <a:normAutofit lnSpcReduction="20000"/>
          </a:bodyPr>
          <a:lstStyle/>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01.</a:t>
            </a:r>
            <a:r>
              <a:rPr lang="en" sz="1800"/>
              <a:t> Problem Statement</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02.</a:t>
            </a:r>
            <a:r>
              <a:rPr lang="en" sz="1800">
                <a:solidFill>
                  <a:schemeClr val="dk2"/>
                </a:solidFill>
              </a:rPr>
              <a:t> </a:t>
            </a:r>
            <a:r>
              <a:rPr lang="en" sz="1800"/>
              <a:t>Solution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03.</a:t>
            </a:r>
            <a:r>
              <a:rPr lang="en" sz="1800"/>
              <a:t> Technical Approach</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04.</a:t>
            </a:r>
            <a:r>
              <a:rPr lang="en" sz="1800">
                <a:solidFill>
                  <a:schemeClr val="dk2"/>
                </a:solidFill>
              </a:rPr>
              <a:t> </a:t>
            </a:r>
            <a:r>
              <a:rPr lang="en" sz="1800"/>
              <a:t>Data Plan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05.</a:t>
            </a:r>
            <a:r>
              <a:rPr lang="en" sz="1800"/>
              <a:t> </a:t>
            </a:r>
            <a:r>
              <a:rPr lang="en" sz="1800"/>
              <a:t>System Design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06.</a:t>
            </a:r>
            <a:r>
              <a:rPr lang="en" sz="1800">
                <a:solidFill>
                  <a:schemeClr val="dk2"/>
                </a:solidFill>
              </a:rPr>
              <a:t> </a:t>
            </a:r>
            <a:r>
              <a:rPr lang="en" sz="1800"/>
              <a:t>Success Metrics</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07.</a:t>
            </a:r>
            <a:r>
              <a:rPr lang="en" sz="1800">
                <a:solidFill>
                  <a:schemeClr val="dk2"/>
                </a:solidFill>
              </a:rPr>
              <a:t> </a:t>
            </a:r>
            <a:r>
              <a:rPr lang="en" sz="1800"/>
              <a:t>Challenges</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08.</a:t>
            </a:r>
            <a:r>
              <a:rPr lang="en" sz="1800">
                <a:solidFill>
                  <a:schemeClr val="dk2"/>
                </a:solidFill>
              </a:rPr>
              <a:t> </a:t>
            </a:r>
            <a:r>
              <a:rPr lang="en" sz="1800"/>
              <a:t>Milestones</a:t>
            </a:r>
            <a:endParaRPr sz="1800"/>
          </a:p>
        </p:txBody>
      </p:sp>
      <p:sp>
        <p:nvSpPr>
          <p:cNvPr id="1033" name="Google Shape;1033;p46"/>
          <p:cNvSpPr txBox="1"/>
          <p:nvPr>
            <p:ph type="title"/>
          </p:nvPr>
        </p:nvSpPr>
        <p:spPr>
          <a:xfrm rot="-289081">
            <a:off x="587746" y="495097"/>
            <a:ext cx="2100221" cy="569601"/>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47"/>
          <p:cNvSpPr txBox="1"/>
          <p:nvPr>
            <p:ph type="title"/>
          </p:nvPr>
        </p:nvSpPr>
        <p:spPr>
          <a:xfrm>
            <a:off x="513300" y="629124"/>
            <a:ext cx="4436400" cy="6657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400"/>
              <a:buNone/>
            </a:pPr>
            <a:r>
              <a:rPr lang="en" sz="3000"/>
              <a:t>Problem Statement</a:t>
            </a:r>
            <a:endParaRPr sz="3000"/>
          </a:p>
        </p:txBody>
      </p:sp>
      <p:sp>
        <p:nvSpPr>
          <p:cNvPr id="1039" name="Google Shape;1039;p47"/>
          <p:cNvSpPr txBox="1"/>
          <p:nvPr>
            <p:ph idx="4294967295" type="body"/>
          </p:nvPr>
        </p:nvSpPr>
        <p:spPr>
          <a:xfrm>
            <a:off x="925650" y="1204025"/>
            <a:ext cx="6716700" cy="3453900"/>
          </a:xfrm>
          <a:prstGeom prst="rect">
            <a:avLst/>
          </a:prstGeom>
        </p:spPr>
        <p:txBody>
          <a:bodyPr anchorCtr="0" anchor="t" bIns="91425" lIns="91425" spcFirstLastPara="1" rIns="91425" wrap="square" tIns="91425">
            <a:spAutoFit/>
          </a:bodyPr>
          <a:lstStyle/>
          <a:p>
            <a:pPr indent="0" lvl="0" marL="0" rtl="0" algn="l">
              <a:lnSpc>
                <a:spcPct val="180000"/>
              </a:lnSpc>
              <a:spcBef>
                <a:spcPts val="0"/>
              </a:spcBef>
              <a:spcAft>
                <a:spcPts val="0"/>
              </a:spcAft>
              <a:buClr>
                <a:srgbClr val="000000"/>
              </a:buClr>
              <a:buSzPts val="4100"/>
              <a:buFont typeface="Arial"/>
              <a:buNone/>
            </a:pPr>
            <a:r>
              <a:rPr lang="en" sz="1800"/>
              <a:t>During moments in history similar to 2019-2022 when Covid 19 ran rampant throughout the world. Tools like this could be a way to determine whether an individual’s body temperature is abnormal. This could be an indication that they are sick or, if they show no symptoms, they are becoming sick or have some other underlying issue. This could remove the physical aspect of a doctor taking someone’s temperature.</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48"/>
          <p:cNvSpPr/>
          <p:nvPr/>
        </p:nvSpPr>
        <p:spPr>
          <a:xfrm flipH="1" rot="10800000">
            <a:off x="1605822" y="1677100"/>
            <a:ext cx="5837100" cy="2604600"/>
          </a:xfrm>
          <a:prstGeom prst="snip1Rect">
            <a:avLst>
              <a:gd fmla="val 16667" name="adj"/>
            </a:avLst>
          </a:prstGeom>
          <a:solidFill>
            <a:schemeClr val="dk2"/>
          </a:solidFill>
          <a:ln>
            <a:noFill/>
          </a:ln>
        </p:spPr>
        <p:txBody>
          <a:bodyPr anchorCtr="0" anchor="ctr" bIns="162900" lIns="162900" spcFirstLastPara="1" rIns="162900" wrap="square" tIns="162900">
            <a:noAutofit/>
          </a:bodyPr>
          <a:lstStyle/>
          <a:p>
            <a:pPr indent="0" lvl="0" marL="0" rtl="0" algn="ctr">
              <a:spcBef>
                <a:spcPts val="0"/>
              </a:spcBef>
              <a:spcAft>
                <a:spcPts val="0"/>
              </a:spcAft>
              <a:buNone/>
            </a:pPr>
            <a:r>
              <a:t/>
            </a:r>
            <a:endParaRPr sz="2494">
              <a:solidFill>
                <a:schemeClr val="dk1"/>
              </a:solidFill>
              <a:latin typeface="Manrope"/>
              <a:ea typeface="Manrope"/>
              <a:cs typeface="Manrope"/>
              <a:sym typeface="Manrope"/>
            </a:endParaRPr>
          </a:p>
        </p:txBody>
      </p:sp>
      <p:sp>
        <p:nvSpPr>
          <p:cNvPr id="1045" name="Google Shape;1045;p48"/>
          <p:cNvSpPr/>
          <p:nvPr/>
        </p:nvSpPr>
        <p:spPr>
          <a:xfrm rot="4795490">
            <a:off x="8576527" y="4483441"/>
            <a:ext cx="207500" cy="28794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046" name="Google Shape;1046;p48"/>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3000"/>
              <a:buNone/>
            </a:pPr>
            <a:r>
              <a:rPr lang="en"/>
              <a:t>Solution</a:t>
            </a:r>
            <a:endParaRPr/>
          </a:p>
        </p:txBody>
      </p:sp>
      <p:sp>
        <p:nvSpPr>
          <p:cNvPr id="1047" name="Google Shape;1047;p48"/>
          <p:cNvSpPr txBox="1"/>
          <p:nvPr/>
        </p:nvSpPr>
        <p:spPr>
          <a:xfrm rot="-130243">
            <a:off x="2097405" y="2288589"/>
            <a:ext cx="4744304" cy="1126417"/>
          </a:xfrm>
          <a:prstGeom prst="rect">
            <a:avLst/>
          </a:prstGeom>
          <a:noFill/>
          <a:ln>
            <a:noFill/>
          </a:ln>
        </p:spPr>
        <p:txBody>
          <a:bodyPr anchorCtr="0" anchor="t" bIns="162900" lIns="162900" spcFirstLastPara="1" rIns="162900" wrap="square" tIns="162900">
            <a:noAutofit/>
          </a:bodyPr>
          <a:lstStyle/>
          <a:p>
            <a:pPr indent="0" lvl="0" marL="0" rtl="0" algn="l">
              <a:spcBef>
                <a:spcPts val="1782"/>
              </a:spcBef>
              <a:spcAft>
                <a:spcPts val="0"/>
              </a:spcAft>
              <a:buClr>
                <a:srgbClr val="000000"/>
              </a:buClr>
              <a:buSzPts val="2138"/>
              <a:buFont typeface="Arial"/>
              <a:buNone/>
            </a:pPr>
            <a:r>
              <a:rPr lang="en" sz="2137">
                <a:solidFill>
                  <a:schemeClr val="lt1"/>
                </a:solidFill>
                <a:latin typeface="Manrope"/>
                <a:ea typeface="Manrope"/>
                <a:cs typeface="Manrope"/>
                <a:sym typeface="Manrope"/>
              </a:rPr>
              <a:t>We propose training an AI system to understand body temperature allowing it to determine if a person is sick or not.</a:t>
            </a:r>
            <a:endParaRPr b="1" sz="1781">
              <a:solidFill>
                <a:schemeClr val="lt1"/>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cxnSp>
        <p:nvCxnSpPr>
          <p:cNvPr id="1052" name="Google Shape;1052;p49"/>
          <p:cNvCxnSpPr/>
          <p:nvPr/>
        </p:nvCxnSpPr>
        <p:spPr>
          <a:xfrm>
            <a:off x="392950" y="2590600"/>
            <a:ext cx="8751300" cy="0"/>
          </a:xfrm>
          <a:prstGeom prst="straightConnector1">
            <a:avLst/>
          </a:prstGeom>
          <a:noFill/>
          <a:ln cap="flat" cmpd="sng" w="9525">
            <a:solidFill>
              <a:schemeClr val="accent5"/>
            </a:solidFill>
            <a:prstDash val="solid"/>
            <a:round/>
            <a:headEnd len="sm" w="sm" type="none"/>
            <a:tailEnd len="sm" w="sm" type="none"/>
          </a:ln>
        </p:spPr>
      </p:cxnSp>
      <p:cxnSp>
        <p:nvCxnSpPr>
          <p:cNvPr id="1053" name="Google Shape;1053;p49"/>
          <p:cNvCxnSpPr/>
          <p:nvPr/>
        </p:nvCxnSpPr>
        <p:spPr>
          <a:xfrm>
            <a:off x="392950" y="2658050"/>
            <a:ext cx="8751300" cy="0"/>
          </a:xfrm>
          <a:prstGeom prst="straightConnector1">
            <a:avLst/>
          </a:prstGeom>
          <a:noFill/>
          <a:ln cap="flat" cmpd="sng" w="9525">
            <a:solidFill>
              <a:schemeClr val="accent5"/>
            </a:solidFill>
            <a:prstDash val="solid"/>
            <a:round/>
            <a:headEnd len="sm" w="sm" type="none"/>
            <a:tailEnd len="sm" w="sm" type="none"/>
          </a:ln>
        </p:spPr>
      </p:cxnSp>
      <p:cxnSp>
        <p:nvCxnSpPr>
          <p:cNvPr id="1054" name="Google Shape;1054;p49"/>
          <p:cNvCxnSpPr/>
          <p:nvPr/>
        </p:nvCxnSpPr>
        <p:spPr>
          <a:xfrm>
            <a:off x="2535758" y="0"/>
            <a:ext cx="0" cy="5138400"/>
          </a:xfrm>
          <a:prstGeom prst="straightConnector1">
            <a:avLst/>
          </a:prstGeom>
          <a:noFill/>
          <a:ln cap="flat" cmpd="sng" w="9525">
            <a:solidFill>
              <a:schemeClr val="accent5"/>
            </a:solidFill>
            <a:prstDash val="solid"/>
            <a:round/>
            <a:headEnd len="sm" w="sm" type="none"/>
            <a:tailEnd len="sm" w="sm" type="none"/>
          </a:ln>
        </p:spPr>
      </p:cxnSp>
      <p:cxnSp>
        <p:nvCxnSpPr>
          <p:cNvPr id="1055" name="Google Shape;1055;p49"/>
          <p:cNvCxnSpPr/>
          <p:nvPr/>
        </p:nvCxnSpPr>
        <p:spPr>
          <a:xfrm>
            <a:off x="4718425" y="0"/>
            <a:ext cx="0" cy="5133000"/>
          </a:xfrm>
          <a:prstGeom prst="straightConnector1">
            <a:avLst/>
          </a:prstGeom>
          <a:noFill/>
          <a:ln cap="flat" cmpd="sng" w="9525">
            <a:solidFill>
              <a:schemeClr val="accent5"/>
            </a:solidFill>
            <a:prstDash val="solid"/>
            <a:round/>
            <a:headEnd len="sm" w="sm" type="none"/>
            <a:tailEnd len="sm" w="sm" type="none"/>
          </a:ln>
        </p:spPr>
      </p:cxnSp>
      <p:cxnSp>
        <p:nvCxnSpPr>
          <p:cNvPr id="1056" name="Google Shape;1056;p49"/>
          <p:cNvCxnSpPr/>
          <p:nvPr/>
        </p:nvCxnSpPr>
        <p:spPr>
          <a:xfrm>
            <a:off x="6911073" y="0"/>
            <a:ext cx="0" cy="5133000"/>
          </a:xfrm>
          <a:prstGeom prst="straightConnector1">
            <a:avLst/>
          </a:prstGeom>
          <a:noFill/>
          <a:ln cap="flat" cmpd="sng" w="9525">
            <a:solidFill>
              <a:schemeClr val="accent5"/>
            </a:solidFill>
            <a:prstDash val="solid"/>
            <a:round/>
            <a:headEnd len="sm" w="sm" type="none"/>
            <a:tailEnd len="sm" w="sm" type="none"/>
          </a:ln>
        </p:spPr>
      </p:cxnSp>
      <p:sp>
        <p:nvSpPr>
          <p:cNvPr id="1057" name="Google Shape;1057;p49"/>
          <p:cNvSpPr txBox="1"/>
          <p:nvPr>
            <p:ph idx="1" type="subTitle"/>
          </p:nvPr>
        </p:nvSpPr>
        <p:spPr>
          <a:xfrm>
            <a:off x="2677850" y="665250"/>
            <a:ext cx="1897500" cy="7035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800"/>
              <a:buFont typeface="Arial"/>
              <a:buNone/>
            </a:pPr>
            <a:r>
              <a:rPr lang="en"/>
              <a:t>Train a binary classifier on body temperature data.</a:t>
            </a:r>
            <a:endParaRPr/>
          </a:p>
        </p:txBody>
      </p:sp>
      <p:sp>
        <p:nvSpPr>
          <p:cNvPr id="1058" name="Google Shape;1058;p49"/>
          <p:cNvSpPr txBox="1"/>
          <p:nvPr>
            <p:ph idx="9" type="subTitle"/>
          </p:nvPr>
        </p:nvSpPr>
        <p:spPr>
          <a:xfrm>
            <a:off x="4866000" y="665250"/>
            <a:ext cx="1897500" cy="7035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800"/>
              <a:buFont typeface="Arial"/>
              <a:buNone/>
            </a:pPr>
            <a:r>
              <a:rPr lang="en"/>
              <a:t>Train</a:t>
            </a:r>
            <a:r>
              <a:rPr lang="en"/>
              <a:t> Yolo to detect person using the system.</a:t>
            </a:r>
            <a:endParaRPr/>
          </a:p>
        </p:txBody>
      </p:sp>
      <p:sp>
        <p:nvSpPr>
          <p:cNvPr id="1059" name="Google Shape;1059;p49"/>
          <p:cNvSpPr txBox="1"/>
          <p:nvPr>
            <p:ph idx="13" type="subTitle"/>
          </p:nvPr>
        </p:nvSpPr>
        <p:spPr>
          <a:xfrm>
            <a:off x="7085600" y="665250"/>
            <a:ext cx="1897500" cy="7035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800"/>
              <a:buFont typeface="Arial"/>
              <a:buNone/>
            </a:pPr>
            <a:r>
              <a:rPr lang="en"/>
              <a:t>Set up  temperature overlay for persons body.</a:t>
            </a:r>
            <a:endParaRPr/>
          </a:p>
        </p:txBody>
      </p:sp>
      <p:sp>
        <p:nvSpPr>
          <p:cNvPr id="1060" name="Google Shape;1060;p49"/>
          <p:cNvSpPr txBox="1"/>
          <p:nvPr>
            <p:ph idx="14" type="subTitle"/>
          </p:nvPr>
        </p:nvSpPr>
        <p:spPr>
          <a:xfrm>
            <a:off x="2677850" y="3251325"/>
            <a:ext cx="1897500" cy="70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800"/>
              <a:buFont typeface="Arial"/>
              <a:buNone/>
            </a:pPr>
            <a:r>
              <a:rPr lang="en"/>
              <a:t>Start up a server to manage the AI components and cameras. </a:t>
            </a:r>
            <a:endParaRPr/>
          </a:p>
        </p:txBody>
      </p:sp>
      <p:sp>
        <p:nvSpPr>
          <p:cNvPr id="1061" name="Google Shape;1061;p49"/>
          <p:cNvSpPr txBox="1"/>
          <p:nvPr>
            <p:ph idx="15" type="subTitle"/>
          </p:nvPr>
        </p:nvSpPr>
        <p:spPr>
          <a:xfrm>
            <a:off x="4866000" y="3251325"/>
            <a:ext cx="1897500" cy="70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800"/>
              <a:buFont typeface="Arial"/>
              <a:buNone/>
            </a:pPr>
            <a:r>
              <a:rPr lang="en"/>
              <a:t>Run object detection and </a:t>
            </a:r>
            <a:r>
              <a:rPr lang="en"/>
              <a:t>Overlay temperature on persons body.</a:t>
            </a:r>
            <a:endParaRPr/>
          </a:p>
          <a:p>
            <a:pPr indent="0" lvl="0" marL="0" rtl="0" algn="l">
              <a:spcBef>
                <a:spcPts val="0"/>
              </a:spcBef>
              <a:spcAft>
                <a:spcPts val="0"/>
              </a:spcAft>
              <a:buClr>
                <a:srgbClr val="000000"/>
              </a:buClr>
              <a:buSzPts val="800"/>
              <a:buFont typeface="Arial"/>
              <a:buNone/>
            </a:pPr>
            <a:r>
              <a:t/>
            </a:r>
            <a:endParaRPr/>
          </a:p>
        </p:txBody>
      </p:sp>
      <p:sp>
        <p:nvSpPr>
          <p:cNvPr id="1062" name="Google Shape;1062;p49"/>
          <p:cNvSpPr txBox="1"/>
          <p:nvPr>
            <p:ph idx="16" type="subTitle"/>
          </p:nvPr>
        </p:nvSpPr>
        <p:spPr>
          <a:xfrm>
            <a:off x="7085600" y="3142147"/>
            <a:ext cx="1897500" cy="70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800"/>
              <a:buFont typeface="Arial"/>
              <a:buNone/>
            </a:pPr>
            <a:r>
              <a:rPr lang="en"/>
              <a:t>Send temperature data to model and show  prediction on whether the person’s body temperature is abnormal or not. </a:t>
            </a:r>
            <a:endParaRPr/>
          </a:p>
          <a:p>
            <a:pPr indent="0" lvl="0" marL="0" rtl="0" algn="ctr">
              <a:lnSpc>
                <a:spcPct val="115000"/>
              </a:lnSpc>
              <a:spcBef>
                <a:spcPts val="0"/>
              </a:spcBef>
              <a:spcAft>
                <a:spcPts val="0"/>
              </a:spcAft>
              <a:buClr>
                <a:srgbClr val="000000"/>
              </a:buClr>
              <a:buSzPts val="800"/>
              <a:buFont typeface="Arial"/>
              <a:buNone/>
            </a:pPr>
            <a:r>
              <a:t/>
            </a:r>
            <a:endParaRPr/>
          </a:p>
        </p:txBody>
      </p:sp>
      <p:sp>
        <p:nvSpPr>
          <p:cNvPr id="1063" name="Google Shape;1063;p49"/>
          <p:cNvSpPr txBox="1"/>
          <p:nvPr>
            <p:ph type="title"/>
          </p:nvPr>
        </p:nvSpPr>
        <p:spPr>
          <a:xfrm>
            <a:off x="5278050" y="277788"/>
            <a:ext cx="1032000" cy="2922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NOTE 2</a:t>
            </a:r>
            <a:endParaRPr/>
          </a:p>
        </p:txBody>
      </p:sp>
      <p:sp>
        <p:nvSpPr>
          <p:cNvPr id="1064" name="Google Shape;1064;p49"/>
          <p:cNvSpPr txBox="1"/>
          <p:nvPr>
            <p:ph idx="3" type="title"/>
          </p:nvPr>
        </p:nvSpPr>
        <p:spPr>
          <a:xfrm>
            <a:off x="3045175" y="2827013"/>
            <a:ext cx="1032000" cy="2922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NOTE 4</a:t>
            </a:r>
            <a:endParaRPr/>
          </a:p>
        </p:txBody>
      </p:sp>
      <p:sp>
        <p:nvSpPr>
          <p:cNvPr id="1065" name="Google Shape;1065;p49"/>
          <p:cNvSpPr txBox="1"/>
          <p:nvPr>
            <p:ph idx="4" type="title"/>
          </p:nvPr>
        </p:nvSpPr>
        <p:spPr>
          <a:xfrm>
            <a:off x="5270625" y="2827013"/>
            <a:ext cx="1032000" cy="2922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NOTE 5</a:t>
            </a:r>
            <a:endParaRPr/>
          </a:p>
        </p:txBody>
      </p:sp>
      <p:sp>
        <p:nvSpPr>
          <p:cNvPr id="1066" name="Google Shape;1066;p49"/>
          <p:cNvSpPr txBox="1"/>
          <p:nvPr>
            <p:ph idx="5" type="title"/>
          </p:nvPr>
        </p:nvSpPr>
        <p:spPr>
          <a:xfrm>
            <a:off x="7510925" y="2827013"/>
            <a:ext cx="1032000" cy="2922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NOTE 6</a:t>
            </a:r>
            <a:endParaRPr/>
          </a:p>
        </p:txBody>
      </p:sp>
      <p:sp>
        <p:nvSpPr>
          <p:cNvPr id="1067" name="Google Shape;1067;p49"/>
          <p:cNvSpPr/>
          <p:nvPr/>
        </p:nvSpPr>
        <p:spPr>
          <a:xfrm>
            <a:off x="3059025" y="277801"/>
            <a:ext cx="1032000" cy="29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SzPts val="2400"/>
              <a:buNone/>
            </a:pPr>
            <a:r>
              <a:rPr b="1" lang="en" sz="1200">
                <a:solidFill>
                  <a:schemeClr val="lt1"/>
                </a:solidFill>
                <a:latin typeface="Manrope"/>
                <a:ea typeface="Manrope"/>
                <a:cs typeface="Manrope"/>
                <a:sym typeface="Manrope"/>
              </a:rPr>
              <a:t>NOTE</a:t>
            </a:r>
            <a:r>
              <a:rPr b="1" lang="en" sz="1200">
                <a:solidFill>
                  <a:schemeClr val="lt1"/>
                </a:solidFill>
                <a:latin typeface="Manrope"/>
                <a:ea typeface="Manrope"/>
                <a:cs typeface="Manrope"/>
                <a:sym typeface="Manrope"/>
              </a:rPr>
              <a:t> </a:t>
            </a:r>
            <a:r>
              <a:rPr b="1" lang="en" sz="1200">
                <a:solidFill>
                  <a:schemeClr val="lt1"/>
                </a:solidFill>
                <a:latin typeface="Manrope"/>
                <a:ea typeface="Manrope"/>
                <a:cs typeface="Manrope"/>
                <a:sym typeface="Manrope"/>
              </a:rPr>
              <a:t>1</a:t>
            </a:r>
            <a:endParaRPr sz="1200">
              <a:solidFill>
                <a:schemeClr val="lt1"/>
              </a:solidFill>
              <a:latin typeface="Manrope"/>
              <a:ea typeface="Manrope"/>
              <a:cs typeface="Manrope"/>
              <a:sym typeface="Manrope"/>
            </a:endParaRPr>
          </a:p>
        </p:txBody>
      </p:sp>
      <p:sp>
        <p:nvSpPr>
          <p:cNvPr id="1068" name="Google Shape;1068;p49"/>
          <p:cNvSpPr txBox="1"/>
          <p:nvPr>
            <p:ph idx="6" type="title"/>
          </p:nvPr>
        </p:nvSpPr>
        <p:spPr>
          <a:xfrm>
            <a:off x="521275" y="525800"/>
            <a:ext cx="2008500" cy="14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100"/>
              <a:buNone/>
            </a:pPr>
            <a:r>
              <a:rPr lang="en" sz="2950"/>
              <a:t>Technical Approach</a:t>
            </a:r>
            <a:endParaRPr sz="2950"/>
          </a:p>
        </p:txBody>
      </p:sp>
      <p:sp>
        <p:nvSpPr>
          <p:cNvPr id="1069" name="Google Shape;1069;p49"/>
          <p:cNvSpPr txBox="1"/>
          <p:nvPr>
            <p:ph idx="2" type="title"/>
          </p:nvPr>
        </p:nvSpPr>
        <p:spPr>
          <a:xfrm>
            <a:off x="7518350" y="277788"/>
            <a:ext cx="1032000" cy="2922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NOTE 3</a:t>
            </a:r>
            <a:endParaRPr/>
          </a:p>
        </p:txBody>
      </p:sp>
      <p:pic>
        <p:nvPicPr>
          <p:cNvPr id="1070" name="Google Shape;1070;p49" title="graph-3.jpg"/>
          <p:cNvPicPr preferRelativeResize="0"/>
          <p:nvPr/>
        </p:nvPicPr>
        <p:blipFill>
          <a:blip r:embed="rId3">
            <a:alphaModFix/>
          </a:blip>
          <a:stretch>
            <a:fillRect/>
          </a:stretch>
        </p:blipFill>
        <p:spPr>
          <a:xfrm>
            <a:off x="3006601" y="1294153"/>
            <a:ext cx="1254725" cy="1060024"/>
          </a:xfrm>
          <a:prstGeom prst="rect">
            <a:avLst/>
          </a:prstGeom>
          <a:noFill/>
          <a:ln>
            <a:noFill/>
          </a:ln>
        </p:spPr>
      </p:pic>
      <p:pic>
        <p:nvPicPr>
          <p:cNvPr id="1071" name="Google Shape;1071;p49" title="objdetection.jpeg"/>
          <p:cNvPicPr preferRelativeResize="0"/>
          <p:nvPr/>
        </p:nvPicPr>
        <p:blipFill>
          <a:blip r:embed="rId4">
            <a:alphaModFix/>
          </a:blip>
          <a:stretch>
            <a:fillRect/>
          </a:stretch>
        </p:blipFill>
        <p:spPr>
          <a:xfrm>
            <a:off x="5066926" y="1247397"/>
            <a:ext cx="1496275" cy="1120770"/>
          </a:xfrm>
          <a:prstGeom prst="rect">
            <a:avLst/>
          </a:prstGeom>
          <a:noFill/>
          <a:ln>
            <a:noFill/>
          </a:ln>
        </p:spPr>
      </p:pic>
      <p:pic>
        <p:nvPicPr>
          <p:cNvPr id="1072" name="Google Shape;1072;p49" title="infraredimage.jpeg"/>
          <p:cNvPicPr preferRelativeResize="0"/>
          <p:nvPr/>
        </p:nvPicPr>
        <p:blipFill>
          <a:blip r:embed="rId5">
            <a:alphaModFix/>
          </a:blip>
          <a:stretch>
            <a:fillRect/>
          </a:stretch>
        </p:blipFill>
        <p:spPr>
          <a:xfrm>
            <a:off x="7113453" y="4099333"/>
            <a:ext cx="1897500" cy="997748"/>
          </a:xfrm>
          <a:prstGeom prst="rect">
            <a:avLst/>
          </a:prstGeom>
          <a:noFill/>
          <a:ln>
            <a:noFill/>
          </a:ln>
        </p:spPr>
      </p:pic>
      <p:pic>
        <p:nvPicPr>
          <p:cNvPr id="1073" name="Google Shape;1073;p49" title="serverrun.jpg"/>
          <p:cNvPicPr preferRelativeResize="0"/>
          <p:nvPr/>
        </p:nvPicPr>
        <p:blipFill>
          <a:blip r:embed="rId6">
            <a:alphaModFix/>
          </a:blip>
          <a:stretch>
            <a:fillRect/>
          </a:stretch>
        </p:blipFill>
        <p:spPr>
          <a:xfrm>
            <a:off x="2687330" y="4161460"/>
            <a:ext cx="1913662" cy="628965"/>
          </a:xfrm>
          <a:prstGeom prst="rect">
            <a:avLst/>
          </a:prstGeom>
          <a:noFill/>
          <a:ln>
            <a:noFill/>
          </a:ln>
        </p:spPr>
      </p:pic>
      <p:pic>
        <p:nvPicPr>
          <p:cNvPr id="1074" name="Google Shape;1074;p49" title="masking.jpeg"/>
          <p:cNvPicPr preferRelativeResize="0"/>
          <p:nvPr/>
        </p:nvPicPr>
        <p:blipFill>
          <a:blip r:embed="rId7">
            <a:alphaModFix/>
          </a:blip>
          <a:stretch>
            <a:fillRect/>
          </a:stretch>
        </p:blipFill>
        <p:spPr>
          <a:xfrm>
            <a:off x="7179966" y="1160480"/>
            <a:ext cx="1744843" cy="1306950"/>
          </a:xfrm>
          <a:prstGeom prst="rect">
            <a:avLst/>
          </a:prstGeom>
          <a:noFill/>
          <a:ln>
            <a:noFill/>
          </a:ln>
        </p:spPr>
      </p:pic>
      <p:pic>
        <p:nvPicPr>
          <p:cNvPr id="1075" name="Google Shape;1075;p49" title="objdetection_02.jpg"/>
          <p:cNvPicPr preferRelativeResize="0"/>
          <p:nvPr/>
        </p:nvPicPr>
        <p:blipFill>
          <a:blip r:embed="rId8">
            <a:alphaModFix/>
          </a:blip>
          <a:stretch>
            <a:fillRect/>
          </a:stretch>
        </p:blipFill>
        <p:spPr>
          <a:xfrm>
            <a:off x="4924146" y="4028132"/>
            <a:ext cx="1784626" cy="8253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50"/>
          <p:cNvSpPr/>
          <p:nvPr/>
        </p:nvSpPr>
        <p:spPr>
          <a:xfrm>
            <a:off x="0" y="1604625"/>
            <a:ext cx="9180000" cy="103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081" name="Google Shape;1081;p50"/>
          <p:cNvSpPr txBox="1"/>
          <p:nvPr/>
        </p:nvSpPr>
        <p:spPr>
          <a:xfrm>
            <a:off x="1165348" y="1880350"/>
            <a:ext cx="2937600" cy="52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1900"/>
              <a:buNone/>
            </a:pPr>
            <a:r>
              <a:rPr lang="en" sz="1900">
                <a:solidFill>
                  <a:schemeClr val="lt1"/>
                </a:solidFill>
                <a:latin typeface="Anton"/>
                <a:ea typeface="Anton"/>
                <a:cs typeface="Anton"/>
                <a:sym typeface="Anton"/>
              </a:rPr>
              <a:t>Hugging Face</a:t>
            </a:r>
            <a:endParaRPr sz="1900">
              <a:solidFill>
                <a:schemeClr val="lt1"/>
              </a:solidFill>
              <a:latin typeface="Anton"/>
              <a:ea typeface="Anton"/>
              <a:cs typeface="Anton"/>
              <a:sym typeface="Anton"/>
            </a:endParaRPr>
          </a:p>
        </p:txBody>
      </p:sp>
      <p:sp>
        <p:nvSpPr>
          <p:cNvPr id="1082" name="Google Shape;1082;p50"/>
          <p:cNvSpPr txBox="1"/>
          <p:nvPr/>
        </p:nvSpPr>
        <p:spPr>
          <a:xfrm>
            <a:off x="4102950" y="1604625"/>
            <a:ext cx="3917700" cy="10302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lang="en" sz="1000">
                <a:solidFill>
                  <a:schemeClr val="lt1"/>
                </a:solidFill>
                <a:latin typeface="Manrope Medium"/>
                <a:ea typeface="Manrope Medium"/>
                <a:cs typeface="Manrope Medium"/>
                <a:sym typeface="Manrope Medium"/>
              </a:rPr>
              <a:t>First option to find data</a:t>
            </a:r>
            <a:endParaRPr sz="1000">
              <a:solidFill>
                <a:schemeClr val="lt1"/>
              </a:solidFill>
              <a:latin typeface="Manrope Medium"/>
              <a:ea typeface="Manrope Medium"/>
              <a:cs typeface="Manrope Medium"/>
              <a:sym typeface="Manrope Medium"/>
            </a:endParaRPr>
          </a:p>
        </p:txBody>
      </p:sp>
      <p:sp>
        <p:nvSpPr>
          <p:cNvPr id="1083" name="Google Shape;1083;p50"/>
          <p:cNvSpPr txBox="1"/>
          <p:nvPr/>
        </p:nvSpPr>
        <p:spPr>
          <a:xfrm>
            <a:off x="1165348" y="2894867"/>
            <a:ext cx="2937600" cy="52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900"/>
              <a:buFont typeface="Arial"/>
              <a:buNone/>
            </a:pPr>
            <a:r>
              <a:rPr lang="en" sz="1900">
                <a:solidFill>
                  <a:schemeClr val="lt1"/>
                </a:solidFill>
                <a:latin typeface="Anton"/>
                <a:ea typeface="Anton"/>
                <a:cs typeface="Anton"/>
                <a:sym typeface="Anton"/>
              </a:rPr>
              <a:t>Kaggle</a:t>
            </a:r>
            <a:endParaRPr sz="1900">
              <a:solidFill>
                <a:schemeClr val="lt1"/>
              </a:solidFill>
              <a:latin typeface="Anton"/>
              <a:ea typeface="Anton"/>
              <a:cs typeface="Anton"/>
              <a:sym typeface="Anton"/>
            </a:endParaRPr>
          </a:p>
        </p:txBody>
      </p:sp>
      <p:sp>
        <p:nvSpPr>
          <p:cNvPr id="1084" name="Google Shape;1084;p50"/>
          <p:cNvSpPr txBox="1"/>
          <p:nvPr/>
        </p:nvSpPr>
        <p:spPr>
          <a:xfrm>
            <a:off x="1165348" y="3947002"/>
            <a:ext cx="29376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n" sz="1900">
                <a:solidFill>
                  <a:schemeClr val="lt1"/>
                </a:solidFill>
                <a:latin typeface="Anton"/>
                <a:ea typeface="Anton"/>
                <a:cs typeface="Anton"/>
                <a:sym typeface="Anton"/>
              </a:rPr>
              <a:t>Internet</a:t>
            </a:r>
            <a:endParaRPr sz="1900">
              <a:solidFill>
                <a:schemeClr val="lt1"/>
              </a:solidFill>
              <a:latin typeface="Anton"/>
              <a:ea typeface="Anton"/>
              <a:cs typeface="Anton"/>
              <a:sym typeface="Anton"/>
            </a:endParaRPr>
          </a:p>
        </p:txBody>
      </p:sp>
      <p:sp>
        <p:nvSpPr>
          <p:cNvPr id="1085" name="Google Shape;1085;p50"/>
          <p:cNvSpPr txBox="1"/>
          <p:nvPr/>
        </p:nvSpPr>
        <p:spPr>
          <a:xfrm>
            <a:off x="4102950" y="2648550"/>
            <a:ext cx="3917700" cy="981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lang="en" sz="1000">
                <a:solidFill>
                  <a:schemeClr val="lt1"/>
                </a:solidFill>
                <a:latin typeface="Manrope Medium"/>
                <a:ea typeface="Manrope Medium"/>
                <a:cs typeface="Manrope Medium"/>
                <a:sym typeface="Manrope Medium"/>
              </a:rPr>
              <a:t>Second best place to get data</a:t>
            </a:r>
            <a:endParaRPr sz="1000">
              <a:solidFill>
                <a:schemeClr val="lt1"/>
              </a:solidFill>
              <a:latin typeface="Manrope Medium"/>
              <a:ea typeface="Manrope Medium"/>
              <a:cs typeface="Manrope Medium"/>
              <a:sym typeface="Manrope Medium"/>
            </a:endParaRPr>
          </a:p>
        </p:txBody>
      </p:sp>
      <p:sp>
        <p:nvSpPr>
          <p:cNvPr id="1086" name="Google Shape;1086;p50"/>
          <p:cNvSpPr txBox="1"/>
          <p:nvPr/>
        </p:nvSpPr>
        <p:spPr>
          <a:xfrm>
            <a:off x="4102950" y="3634875"/>
            <a:ext cx="4262700" cy="10488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lang="en" sz="1000">
                <a:solidFill>
                  <a:schemeClr val="lt1"/>
                </a:solidFill>
                <a:latin typeface="Manrope Medium"/>
                <a:ea typeface="Manrope Medium"/>
                <a:cs typeface="Manrope Medium"/>
                <a:sym typeface="Manrope Medium"/>
              </a:rPr>
              <a:t>Random</a:t>
            </a:r>
            <a:r>
              <a:rPr lang="en" sz="1000">
                <a:solidFill>
                  <a:schemeClr val="lt1"/>
                </a:solidFill>
                <a:latin typeface="Manrope Medium"/>
                <a:ea typeface="Manrope Medium"/>
                <a:cs typeface="Manrope Medium"/>
                <a:sym typeface="Manrope Medium"/>
              </a:rPr>
              <a:t> dataset from somewhere else on the internet if we can’t find sufficient data on the previous two.</a:t>
            </a:r>
            <a:endParaRPr sz="1000">
              <a:solidFill>
                <a:schemeClr val="lt1"/>
              </a:solidFill>
              <a:latin typeface="Manrope Medium"/>
              <a:ea typeface="Manrope Medium"/>
              <a:cs typeface="Manrope Medium"/>
              <a:sym typeface="Manrope Medium"/>
            </a:endParaRPr>
          </a:p>
        </p:txBody>
      </p:sp>
      <p:sp>
        <p:nvSpPr>
          <p:cNvPr id="1087" name="Google Shape;1087;p50"/>
          <p:cNvSpPr txBox="1"/>
          <p:nvPr>
            <p:ph type="title"/>
          </p:nvPr>
        </p:nvSpPr>
        <p:spPr>
          <a:xfrm>
            <a:off x="513300" y="459075"/>
            <a:ext cx="4436400" cy="1015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400"/>
              <a:buNone/>
            </a:pPr>
            <a:r>
              <a:rPr lang="en"/>
              <a:t>Data Plan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51"/>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000000"/>
              </a:buClr>
              <a:buSzPts val="4100"/>
              <a:buFont typeface="Arial"/>
              <a:buNone/>
            </a:pPr>
            <a:r>
              <a:rPr lang="en"/>
              <a:t>System Design</a:t>
            </a:r>
            <a:endParaRPr/>
          </a:p>
          <a:p>
            <a:pPr indent="0" lvl="0" marL="0" rtl="0" algn="l">
              <a:spcBef>
                <a:spcPts val="0"/>
              </a:spcBef>
              <a:spcAft>
                <a:spcPts val="0"/>
              </a:spcAft>
              <a:buSzPts val="3000"/>
              <a:buNone/>
            </a:pPr>
            <a:r>
              <a:t/>
            </a:r>
            <a:endParaRPr/>
          </a:p>
        </p:txBody>
      </p:sp>
      <p:sp>
        <p:nvSpPr>
          <p:cNvPr id="1093" name="Google Shape;1093;p51"/>
          <p:cNvSpPr txBox="1"/>
          <p:nvPr/>
        </p:nvSpPr>
        <p:spPr>
          <a:xfrm>
            <a:off x="508875" y="1692150"/>
            <a:ext cx="9144000" cy="87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500">
                <a:latin typeface="Lato"/>
                <a:ea typeface="Lato"/>
                <a:cs typeface="Lato"/>
                <a:sym typeface="Lato"/>
              </a:rPr>
              <a:t>Video Stream</a:t>
            </a:r>
            <a:r>
              <a:rPr b="0" i="0" lang="en" sz="1500" u="none" cap="none" strike="noStrike">
                <a:solidFill>
                  <a:srgbClr val="000000"/>
                </a:solidFill>
                <a:latin typeface="Lato"/>
                <a:ea typeface="Lato"/>
                <a:cs typeface="Lato"/>
                <a:sym typeface="Lato"/>
              </a:rPr>
              <a:t>→</a:t>
            </a:r>
            <a:r>
              <a:rPr lang="en" sz="1500">
                <a:latin typeface="Lato"/>
                <a:ea typeface="Lato"/>
                <a:cs typeface="Lato"/>
                <a:sym typeface="Lato"/>
              </a:rPr>
              <a:t>Object Detection</a:t>
            </a:r>
            <a:r>
              <a:rPr b="0" i="0" lang="en" sz="1500" u="none" cap="none" strike="noStrike">
                <a:solidFill>
                  <a:srgbClr val="000000"/>
                </a:solidFill>
                <a:latin typeface="Lato"/>
                <a:ea typeface="Lato"/>
                <a:cs typeface="Lato"/>
                <a:sym typeface="Lato"/>
              </a:rPr>
              <a:t>→</a:t>
            </a:r>
            <a:r>
              <a:rPr lang="en" sz="1500">
                <a:latin typeface="Lato"/>
                <a:ea typeface="Lato"/>
                <a:cs typeface="Lato"/>
                <a:sym typeface="Lato"/>
              </a:rPr>
              <a:t>Temperature</a:t>
            </a:r>
            <a:r>
              <a:rPr b="0" i="0" lang="en" sz="1500" u="none" cap="none" strike="noStrike">
                <a:solidFill>
                  <a:srgbClr val="000000"/>
                </a:solidFill>
                <a:latin typeface="Lato"/>
                <a:ea typeface="Lato"/>
                <a:cs typeface="Lato"/>
                <a:sym typeface="Lato"/>
              </a:rPr>
              <a:t> </a:t>
            </a:r>
            <a:r>
              <a:rPr lang="en" sz="1500">
                <a:latin typeface="Lato"/>
                <a:ea typeface="Lato"/>
                <a:cs typeface="Lato"/>
                <a:sym typeface="Lato"/>
              </a:rPr>
              <a:t>Overlay</a:t>
            </a:r>
            <a:r>
              <a:rPr lang="en" sz="1500">
                <a:latin typeface="Lato"/>
                <a:ea typeface="Lato"/>
                <a:cs typeface="Lato"/>
                <a:sym typeface="Lato"/>
              </a:rPr>
              <a:t>→Temperature Stream</a:t>
            </a:r>
            <a:r>
              <a:rPr b="0" i="0" lang="en" sz="1500" u="none" cap="none" strike="noStrike">
                <a:solidFill>
                  <a:srgbClr val="000000"/>
                </a:solidFill>
                <a:latin typeface="Lato"/>
                <a:ea typeface="Lato"/>
                <a:cs typeface="Lato"/>
                <a:sym typeface="Lato"/>
              </a:rPr>
              <a:t>→ </a:t>
            </a:r>
            <a:r>
              <a:rPr lang="en" sz="1500">
                <a:latin typeface="Lato"/>
                <a:ea typeface="Lato"/>
                <a:cs typeface="Lato"/>
                <a:sym typeface="Lato"/>
              </a:rPr>
              <a:t>System Prediction</a:t>
            </a:r>
            <a:endParaRPr b="0" i="0" sz="1500" u="none" cap="none" strike="noStrike">
              <a:solidFill>
                <a:srgbClr val="000000"/>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52"/>
          <p:cNvSpPr txBox="1"/>
          <p:nvPr>
            <p:ph idx="1" type="body"/>
          </p:nvPr>
        </p:nvSpPr>
        <p:spPr>
          <a:xfrm>
            <a:off x="5586600" y="641275"/>
            <a:ext cx="2627700" cy="32124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1000"/>
              </a:spcAft>
              <a:buClr>
                <a:srgbClr val="000000"/>
              </a:buClr>
              <a:buSzPts val="1000"/>
              <a:buFont typeface="Arial"/>
              <a:buNone/>
            </a:pPr>
            <a:r>
              <a:rPr lang="en" sz="1800"/>
              <a:t>Accuracy will be our main metric of </a:t>
            </a:r>
            <a:r>
              <a:rPr lang="en" sz="1800"/>
              <a:t>measurement</a:t>
            </a:r>
            <a:r>
              <a:rPr lang="en" sz="1800"/>
              <a:t>. We will also use Precision, Recall, and F1 Score for additional insight.</a:t>
            </a:r>
            <a:endParaRPr sz="1800"/>
          </a:p>
        </p:txBody>
      </p:sp>
      <p:sp>
        <p:nvSpPr>
          <p:cNvPr id="1099" name="Google Shape;1099;p52"/>
          <p:cNvSpPr txBox="1"/>
          <p:nvPr>
            <p:ph type="title"/>
          </p:nvPr>
        </p:nvSpPr>
        <p:spPr>
          <a:xfrm>
            <a:off x="521275" y="525800"/>
            <a:ext cx="2094900" cy="14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100"/>
              <a:buNone/>
            </a:pPr>
            <a:r>
              <a:rPr lang="en"/>
              <a:t>Success Metrics</a:t>
            </a:r>
            <a:endParaRPr/>
          </a:p>
        </p:txBody>
      </p:sp>
      <p:pic>
        <p:nvPicPr>
          <p:cNvPr id="1100" name="Google Shape;1100;p52" title="training-accuray-explaining-if-a-model-is-overfitting.jpg"/>
          <p:cNvPicPr preferRelativeResize="0"/>
          <p:nvPr/>
        </p:nvPicPr>
        <p:blipFill>
          <a:blip r:embed="rId3">
            <a:alphaModFix/>
          </a:blip>
          <a:stretch>
            <a:fillRect/>
          </a:stretch>
        </p:blipFill>
        <p:spPr>
          <a:xfrm>
            <a:off x="715000" y="1684300"/>
            <a:ext cx="3418242" cy="2882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53"/>
          <p:cNvSpPr/>
          <p:nvPr/>
        </p:nvSpPr>
        <p:spPr>
          <a:xfrm rot="-197769">
            <a:off x="956760" y="911344"/>
            <a:ext cx="2770583" cy="3372772"/>
          </a:xfrm>
          <a:prstGeom prst="rect">
            <a:avLst/>
          </a:prstGeom>
          <a:solidFill>
            <a:schemeClr val="dk2"/>
          </a:solidFill>
          <a:ln>
            <a:noFill/>
          </a:ln>
        </p:spPr>
        <p:txBody>
          <a:bodyPr anchorCtr="0" anchor="t" bIns="365750" lIns="365750" spcFirstLastPara="1" rIns="365750" wrap="square" tIns="365750">
            <a:noAutofit/>
          </a:bodyPr>
          <a:lstStyle/>
          <a:p>
            <a:pPr indent="0" lvl="0" marL="0" rtl="0" algn="l">
              <a:lnSpc>
                <a:spcPct val="115000"/>
              </a:lnSpc>
              <a:spcBef>
                <a:spcPts val="1000"/>
              </a:spcBef>
              <a:spcAft>
                <a:spcPts val="1000"/>
              </a:spcAft>
              <a:buSzPts val="800"/>
              <a:buNone/>
            </a:pPr>
            <a:r>
              <a:t/>
            </a:r>
            <a:endParaRPr>
              <a:solidFill>
                <a:schemeClr val="dk1"/>
              </a:solidFill>
              <a:latin typeface="Manrope"/>
              <a:ea typeface="Manrope"/>
              <a:cs typeface="Manrope"/>
              <a:sym typeface="Manrope"/>
            </a:endParaRPr>
          </a:p>
        </p:txBody>
      </p:sp>
      <p:sp>
        <p:nvSpPr>
          <p:cNvPr id="1106" name="Google Shape;1106;p53"/>
          <p:cNvSpPr txBox="1"/>
          <p:nvPr>
            <p:ph idx="1" type="body"/>
          </p:nvPr>
        </p:nvSpPr>
        <p:spPr>
          <a:xfrm rot="-199678">
            <a:off x="1297246" y="1801757"/>
            <a:ext cx="2123982" cy="2187983"/>
          </a:xfrm>
          <a:prstGeom prst="rect">
            <a:avLst/>
          </a:prstGeom>
        </p:spPr>
        <p:txBody>
          <a:bodyPr anchorCtr="0" anchor="t" bIns="0" lIns="91425" spcFirstLastPara="1" rIns="91425" wrap="square" tIns="0">
            <a:normAutofit/>
          </a:bodyPr>
          <a:lstStyle/>
          <a:p>
            <a:pPr indent="0" lvl="0" marL="0" rtl="0" algn="l">
              <a:lnSpc>
                <a:spcPct val="100000"/>
              </a:lnSpc>
              <a:spcBef>
                <a:spcPts val="0"/>
              </a:spcBef>
              <a:spcAft>
                <a:spcPts val="0"/>
              </a:spcAft>
              <a:buSzPts val="1200"/>
              <a:buNone/>
            </a:pPr>
            <a:r>
              <a:rPr lang="en"/>
              <a:t>What aspects of the system that may take a lot of trial and error.</a:t>
            </a:r>
            <a:endParaRPr/>
          </a:p>
        </p:txBody>
      </p:sp>
      <p:sp>
        <p:nvSpPr>
          <p:cNvPr id="1107" name="Google Shape;1107;p53"/>
          <p:cNvSpPr txBox="1"/>
          <p:nvPr>
            <p:ph type="title"/>
          </p:nvPr>
        </p:nvSpPr>
        <p:spPr>
          <a:xfrm rot="-197254">
            <a:off x="1212945" y="1184617"/>
            <a:ext cx="2123895" cy="49582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3000"/>
              <a:buNone/>
            </a:pPr>
            <a:r>
              <a:rPr lang="en"/>
              <a:t>Challenges</a:t>
            </a:r>
            <a:endParaRPr/>
          </a:p>
        </p:txBody>
      </p:sp>
      <p:sp>
        <p:nvSpPr>
          <p:cNvPr id="1108" name="Google Shape;1108;p53"/>
          <p:cNvSpPr txBox="1"/>
          <p:nvPr>
            <p:ph idx="13" type="body"/>
          </p:nvPr>
        </p:nvSpPr>
        <p:spPr>
          <a:xfrm>
            <a:off x="4831275" y="1174975"/>
            <a:ext cx="3005100" cy="1253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000"/>
              <a:buNone/>
            </a:pPr>
            <a:r>
              <a:rPr lang="en" sz="2200"/>
              <a:t>The main aspect of this project that will be a challenge is processing the video stream efficiently and creating the temperature overlay.</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54"/>
          <p:cNvSpPr txBox="1"/>
          <p:nvPr>
            <p:ph idx="1" type="body"/>
          </p:nvPr>
        </p:nvSpPr>
        <p:spPr>
          <a:xfrm>
            <a:off x="925650" y="1204025"/>
            <a:ext cx="4028700" cy="3671400"/>
          </a:xfrm>
          <a:prstGeom prst="rect">
            <a:avLst/>
          </a:prstGeom>
        </p:spPr>
        <p:txBody>
          <a:bodyPr anchorCtr="0" anchor="t" bIns="91425" lIns="91425" spcFirstLastPara="1" rIns="91425" wrap="square" tIns="91425">
            <a:normAutofit lnSpcReduction="20000"/>
          </a:bodyPr>
          <a:lstStyle/>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a:t>
            </a:r>
            <a:r>
              <a:rPr lang="en" sz="1800">
                <a:solidFill>
                  <a:schemeClr val="accent4"/>
                </a:solidFill>
              </a:rPr>
              <a:t>1.</a:t>
            </a:r>
            <a:r>
              <a:rPr lang="en" sz="1800"/>
              <a:t> Meet Group</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a:t>
            </a:r>
            <a:r>
              <a:rPr lang="en" sz="1800">
                <a:solidFill>
                  <a:schemeClr val="accent4"/>
                </a:solidFill>
              </a:rPr>
              <a:t>2.</a:t>
            </a:r>
            <a:r>
              <a:rPr lang="en" sz="1800">
                <a:solidFill>
                  <a:schemeClr val="dk2"/>
                </a:solidFill>
              </a:rPr>
              <a:t> </a:t>
            </a:r>
            <a:r>
              <a:rPr lang="en" sz="1800"/>
              <a:t>Discuss Project</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a:t>
            </a:r>
            <a:r>
              <a:rPr lang="en" sz="1800">
                <a:solidFill>
                  <a:schemeClr val="accent4"/>
                </a:solidFill>
              </a:rPr>
              <a:t>3.</a:t>
            </a:r>
            <a:r>
              <a:rPr lang="en" sz="1800"/>
              <a:t> Create Proposal</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a:t>
            </a:r>
            <a:r>
              <a:rPr lang="en" sz="1800">
                <a:solidFill>
                  <a:schemeClr val="accent4"/>
                </a:solidFill>
              </a:rPr>
              <a:t>4.</a:t>
            </a:r>
            <a:r>
              <a:rPr lang="en" sz="1800">
                <a:solidFill>
                  <a:schemeClr val="dk2"/>
                </a:solidFill>
              </a:rPr>
              <a:t> </a:t>
            </a:r>
            <a:r>
              <a:rPr lang="en" sz="1800"/>
              <a:t>Search Datasets</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a:t>
            </a:r>
            <a:r>
              <a:rPr lang="en" sz="1800">
                <a:solidFill>
                  <a:schemeClr val="accent4"/>
                </a:solidFill>
              </a:rPr>
              <a:t>5.</a:t>
            </a:r>
            <a:r>
              <a:rPr lang="en" sz="1800"/>
              <a:t> Data Pipeline Creation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a:t>
            </a:r>
            <a:r>
              <a:rPr lang="en" sz="1800">
                <a:solidFill>
                  <a:schemeClr val="accent4"/>
                </a:solidFill>
              </a:rPr>
              <a:t>6.</a:t>
            </a:r>
            <a:r>
              <a:rPr lang="en" sz="1800">
                <a:solidFill>
                  <a:schemeClr val="dk2"/>
                </a:solidFill>
              </a:rPr>
              <a:t> </a:t>
            </a:r>
            <a:r>
              <a:rPr lang="en" sz="1800"/>
              <a:t>Data Analysis</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a:t>
            </a:r>
            <a:r>
              <a:rPr lang="en" sz="1800">
                <a:solidFill>
                  <a:schemeClr val="accent4"/>
                </a:solidFill>
              </a:rPr>
              <a:t>7.</a:t>
            </a:r>
            <a:r>
              <a:rPr lang="en" sz="1800">
                <a:solidFill>
                  <a:schemeClr val="dk2"/>
                </a:solidFill>
              </a:rPr>
              <a:t> </a:t>
            </a:r>
            <a:r>
              <a:rPr lang="en" sz="1800"/>
              <a:t>Model Architecture Design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a:t>
            </a:r>
            <a:r>
              <a:rPr lang="en" sz="1800">
                <a:solidFill>
                  <a:schemeClr val="accent4"/>
                </a:solidFill>
              </a:rPr>
              <a:t>8.</a:t>
            </a:r>
            <a:r>
              <a:rPr lang="en" sz="1800">
                <a:solidFill>
                  <a:schemeClr val="dk2"/>
                </a:solidFill>
              </a:rPr>
              <a:t> </a:t>
            </a:r>
            <a:r>
              <a:rPr lang="en" sz="1800"/>
              <a:t>Training</a:t>
            </a:r>
            <a:endParaRPr sz="1800"/>
          </a:p>
        </p:txBody>
      </p:sp>
      <p:sp>
        <p:nvSpPr>
          <p:cNvPr id="1114" name="Google Shape;1114;p54"/>
          <p:cNvSpPr txBox="1"/>
          <p:nvPr>
            <p:ph type="title"/>
          </p:nvPr>
        </p:nvSpPr>
        <p:spPr>
          <a:xfrm rot="-289081">
            <a:off x="587746" y="495097"/>
            <a:ext cx="2100221" cy="569601"/>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Milestones</a:t>
            </a:r>
            <a:endParaRPr/>
          </a:p>
        </p:txBody>
      </p:sp>
      <p:sp>
        <p:nvSpPr>
          <p:cNvPr id="1115" name="Google Shape;1115;p54"/>
          <p:cNvSpPr txBox="1"/>
          <p:nvPr>
            <p:ph idx="1" type="body"/>
          </p:nvPr>
        </p:nvSpPr>
        <p:spPr>
          <a:xfrm>
            <a:off x="4843300" y="1198723"/>
            <a:ext cx="4028700" cy="3671400"/>
          </a:xfrm>
          <a:prstGeom prst="rect">
            <a:avLst/>
          </a:prstGeom>
        </p:spPr>
        <p:txBody>
          <a:bodyPr anchorCtr="0" anchor="t" bIns="91425" lIns="91425" spcFirstLastPara="1" rIns="91425" wrap="square" tIns="91425">
            <a:normAutofit/>
          </a:bodyPr>
          <a:lstStyle/>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9.</a:t>
            </a:r>
            <a:r>
              <a:rPr lang="en" sz="1800"/>
              <a:t> Evaluation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10.</a:t>
            </a:r>
            <a:r>
              <a:rPr lang="en" sz="1800">
                <a:solidFill>
                  <a:schemeClr val="dk2"/>
                </a:solidFill>
              </a:rPr>
              <a:t> </a:t>
            </a:r>
            <a:r>
              <a:rPr lang="en" sz="1800"/>
              <a:t>App Development</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11.</a:t>
            </a:r>
            <a:r>
              <a:rPr lang="en" sz="1800"/>
              <a:t> System Test</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12.</a:t>
            </a:r>
            <a:r>
              <a:rPr lang="en" sz="1800">
                <a:solidFill>
                  <a:schemeClr val="dk2"/>
                </a:solidFill>
              </a:rPr>
              <a:t> </a:t>
            </a:r>
            <a:r>
              <a:rPr lang="en" sz="1800"/>
              <a:t>Deployment Preparation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13.</a:t>
            </a:r>
            <a:r>
              <a:rPr lang="en" sz="1800"/>
              <a:t> Project Finalization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14.</a:t>
            </a:r>
            <a:r>
              <a:rPr lang="en" sz="1800">
                <a:solidFill>
                  <a:schemeClr val="dk2"/>
                </a:solidFill>
              </a:rPr>
              <a:t> </a:t>
            </a:r>
            <a:r>
              <a:rPr lang="en" sz="1800"/>
              <a:t>Prepare Presentation</a:t>
            </a:r>
            <a:endParaRPr sz="1800"/>
          </a:p>
          <a:p>
            <a:pPr indent="0" lvl="0" marL="0" rtl="0" algn="l">
              <a:lnSpc>
                <a:spcPct val="180000"/>
              </a:lnSpc>
              <a:spcBef>
                <a:spcPts val="0"/>
              </a:spcBef>
              <a:spcAft>
                <a:spcPts val="0"/>
              </a:spcAft>
              <a:buClr>
                <a:srgbClr val="000000"/>
              </a:buClr>
              <a:buSzPts val="4100"/>
              <a:buFont typeface="Arial"/>
              <a:buNone/>
            </a:pPr>
            <a:r>
              <a:rPr lang="en" sz="1800">
                <a:solidFill>
                  <a:schemeClr val="accent4"/>
                </a:solidFill>
              </a:rPr>
              <a:t>Week 15.</a:t>
            </a:r>
            <a:r>
              <a:rPr lang="en" sz="1800">
                <a:solidFill>
                  <a:schemeClr val="dk2"/>
                </a:solidFill>
              </a:rPr>
              <a:t> </a:t>
            </a:r>
            <a:r>
              <a:rPr lang="en" sz="1800"/>
              <a:t>Showcase</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55"/>
          <p:cNvSpPr txBox="1"/>
          <p:nvPr>
            <p:ph type="title"/>
          </p:nvPr>
        </p:nvSpPr>
        <p:spPr>
          <a:xfrm>
            <a:off x="460500" y="2025700"/>
            <a:ext cx="4703100" cy="1821300"/>
          </a:xfrm>
          <a:prstGeom prst="rect">
            <a:avLst/>
          </a:prstGeom>
        </p:spPr>
        <p:txBody>
          <a:bodyPr anchorCtr="0" anchor="b" bIns="0" lIns="91425" spcFirstLastPara="1" rIns="91425" wrap="square" tIns="91425">
            <a:noAutofit/>
          </a:bodyPr>
          <a:lstStyle/>
          <a:p>
            <a:pPr indent="0" lvl="0" marL="0" rtl="0" algn="l">
              <a:lnSpc>
                <a:spcPct val="90000"/>
              </a:lnSpc>
              <a:spcBef>
                <a:spcPts val="0"/>
              </a:spcBef>
              <a:spcAft>
                <a:spcPts val="0"/>
              </a:spcAft>
              <a:buSzPts val="9600"/>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 AGENDA">
  <a:themeElements>
    <a:clrScheme name="Simple Light">
      <a:dk1>
        <a:srgbClr val="E9E4DB"/>
      </a:dk1>
      <a:lt1>
        <a:srgbClr val="131313"/>
      </a:lt1>
      <a:dk2>
        <a:srgbClr val="E96A64"/>
      </a:dk2>
      <a:lt2>
        <a:srgbClr val="299F9C"/>
      </a:lt2>
      <a:accent1>
        <a:srgbClr val="C0534D"/>
      </a:accent1>
      <a:accent2>
        <a:srgbClr val="207D7B"/>
      </a:accent2>
      <a:accent3>
        <a:srgbClr val="6E9960"/>
      </a:accent3>
      <a:accent4>
        <a:srgbClr val="444746"/>
      </a:accent4>
      <a:accent5>
        <a:srgbClr val="CDC7B9"/>
      </a:accent5>
      <a:accent6>
        <a:srgbClr val="F5F5F5"/>
      </a:accent6>
      <a:hlink>
        <a:srgbClr val="577D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